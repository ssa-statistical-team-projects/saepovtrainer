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1"/>
  </p:notesMasterIdLst>
  <p:sldIdLst>
    <p:sldId id="276" r:id="rId3"/>
    <p:sldId id="376" r:id="rId4"/>
    <p:sldId id="351" r:id="rId5"/>
    <p:sldId id="358" r:id="rId6"/>
    <p:sldId id="360" r:id="rId7"/>
    <p:sldId id="374" r:id="rId8"/>
    <p:sldId id="269" r:id="rId9"/>
    <p:sldId id="366" r:id="rId10"/>
    <p:sldId id="339" r:id="rId11"/>
    <p:sldId id="367" r:id="rId12"/>
    <p:sldId id="361" r:id="rId13"/>
    <p:sldId id="362" r:id="rId14"/>
    <p:sldId id="370" r:id="rId15"/>
    <p:sldId id="371" r:id="rId16"/>
    <p:sldId id="375" r:id="rId17"/>
    <p:sldId id="372" r:id="rId18"/>
    <p:sldId id="373" r:id="rId19"/>
    <p:sldId id="35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F9D65C-CE98-458A-A656-953C979E05DE}" type="datetimeFigureOut">
              <a:rPr lang="en-US" smtClean="0"/>
              <a:t>10/21/2024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F3B3E-ACCC-4B3A-94D7-90CD866D6B27}" type="slidenum">
              <a:rPr lang="en-US" smtClean="0"/>
              <a:t>‹#›</a:t>
            </a:fld>
            <a:endParaRPr lang="en-US"/>
          </a:p>
        </p:txBody>
      </p:sp>
    </p:spTree>
    <p:extLst>
      <p:ext uri="{BB962C8B-B14F-4D97-AF65-F5344CB8AC3E}">
        <p14:creationId xmlns:p14="http://schemas.microsoft.com/office/powerpoint/2010/main" val="1898230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en.wikipedia.org/wiki/Index_of_biological_integrity"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www.usgs.gov/core-science-systems/nli/landsat/normalized-difference-moisture-index" TargetMode="External"/><Relationship Id="rId5" Type="http://schemas.openxmlformats.org/officeDocument/2006/relationships/hyperlink" Target="https://www.indexdatabase.de/db/i-single.php?id=63" TargetMode="External"/><Relationship Id="rId4" Type="http://schemas.openxmlformats.org/officeDocument/2006/relationships/hyperlink" Target="http://space4water.org/taxonomy/term/1246#:~:text=%22The%20Modified%20Normalized%20Difference%20Water,open%20water%20in%20other%20indices."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en.wikipedia.org/wiki/Index_of_biological_integrity"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s://www.usgs.gov/core-science-systems/nli/landsat/normalized-difference-moisture-index" TargetMode="External"/><Relationship Id="rId5" Type="http://schemas.openxmlformats.org/officeDocument/2006/relationships/hyperlink" Target="https://www.indexdatabase.de/db/i-single.php?id=63" TargetMode="External"/><Relationship Id="rId4" Type="http://schemas.openxmlformats.org/officeDocument/2006/relationships/hyperlink" Target="http://space4water.org/taxonomy/term/1246#:~:text=%22The%20Modified%20Normalized%20Difference%20Water,open%20water%20in%20other%20indice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09B16F-4938-4681-8899-4BD412DDBC1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4307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09B16F-4938-4681-8899-4BD412DDBC1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5983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804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2782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4397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1967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8EA5A84-9955-41A7-AA3D-33182951C4FC}" type="slidenum">
              <a:rPr lang="en-US" smtClean="0"/>
              <a:t>7</a:t>
            </a:fld>
            <a:endParaRPr lang="en-US" dirty="0"/>
          </a:p>
        </p:txBody>
      </p:sp>
    </p:spTree>
    <p:extLst>
      <p:ext uri="{BB962C8B-B14F-4D97-AF65-F5344CB8AC3E}">
        <p14:creationId xmlns:p14="http://schemas.microsoft.com/office/powerpoint/2010/main" val="180628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6362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2018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0204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9191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4312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5862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645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6215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evi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Enhanced Vegetation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ndvi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Normalized Difference Vegetation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ndbi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Normalized Difference Built-up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bu</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Built-up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sr</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Simple Ratio</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arvi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Atmospherically Resistant Vegetation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ui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Urban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ibi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b="1" dirty="0">
                <a:effectLst/>
                <a:latin typeface="Calibri" panose="020F0502020204030204" pitchFamily="34" charset="0"/>
                <a:ea typeface="Calibri" panose="020F0502020204030204" pitchFamily="34" charset="0"/>
                <a:cs typeface="Calibri" panose="020F0502020204030204" pitchFamily="34" charset="0"/>
              </a:rPr>
              <a:t> </a:t>
            </a:r>
            <a:r>
              <a:rPr lang="en-US" sz="120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3"/>
              </a:rPr>
              <a:t>Index of biological integrity</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ndwi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Normalized Difference Water Index</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mndwi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4"/>
              </a:rPr>
              <a:t>Modified Normalized Difference Water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nbi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dirty="0">
                <a:effectLst/>
                <a:latin typeface="Calibri" panose="020F0502020204030204" pitchFamily="34" charset="0"/>
                <a:ea typeface="Calibri" panose="020F0502020204030204" pitchFamily="34" charset="0"/>
                <a:cs typeface="Calibri" panose="020F0502020204030204" pitchFamily="34" charset="0"/>
              </a:rPr>
              <a:t>New Built-up Index</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brba</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dirty="0">
                <a:effectLst/>
                <a:latin typeface="Calibri" panose="020F0502020204030204" pitchFamily="34" charset="0"/>
                <a:ea typeface="Calibri" panose="020F0502020204030204" pitchFamily="34" charset="0"/>
                <a:cs typeface="Calibri" panose="020F0502020204030204" pitchFamily="34" charset="0"/>
              </a:rPr>
              <a:t>Band Ratio for Built-up Area</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nbai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Calibri" panose="020F0502020204030204" pitchFamily="34" charset="0"/>
                <a:cs typeface="Calibri" panose="020F0502020204030204" pitchFamily="34" charset="0"/>
              </a:rPr>
              <a:t> Normalized Built-up Area Index</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baei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Built-up Area Extraction </a:t>
            </a:r>
            <a:r>
              <a:rPr lang="en-US" sz="12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ndsi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 </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Normalized Difference Snow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vari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Visible Atmospherically Resistant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savi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Soil Adjusted Vegetation Index</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osavi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5"/>
              </a:rPr>
              <a:t>Optimized Soil Adjusted Vegetation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200" b="1" dirty="0" err="1">
                <a:effectLst/>
                <a:latin typeface="Calibri" panose="020F0502020204030204" pitchFamily="34" charset="0"/>
                <a:ea typeface="Calibri" panose="020F0502020204030204" pitchFamily="34" charset="0"/>
                <a:cs typeface="Calibri" panose="020F0502020204030204" pitchFamily="34" charset="0"/>
              </a:rPr>
              <a:t>ndmi</a:t>
            </a:r>
            <a:r>
              <a:rPr lang="en-US" sz="1200" b="1" dirty="0">
                <a:effectLst/>
                <a:latin typeface="Calibri" panose="020F0502020204030204" pitchFamily="34" charset="0"/>
                <a:ea typeface="Calibri" panose="020F0502020204030204" pitchFamily="34" charset="0"/>
                <a:cs typeface="Calibri" panose="020F0502020204030204" pitchFamily="34" charset="0"/>
              </a:rPr>
              <a:t>:</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6"/>
              </a:rPr>
              <a:t>Normalized Difference Moisture Index</a:t>
            </a:r>
            <a:endParaRPr lang="en-US" sz="120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es-MX" sz="1800" dirty="0" err="1">
                <a:effectLst/>
                <a:latin typeface="Calibri" panose="020F0502020204030204" pitchFamily="34" charset="0"/>
                <a:ea typeface="Calibri" panose="020F0502020204030204" pitchFamily="34" charset="0"/>
              </a:rPr>
              <a:t>mdea</a:t>
            </a:r>
            <a:r>
              <a:rPr lang="es-MX" sz="1800" dirty="0">
                <a:effectLst/>
                <a:latin typeface="Calibri" panose="020F0502020204030204" pitchFamily="34" charset="0"/>
                <a:ea typeface="Calibri" panose="020F0502020204030204" pitchFamily="34" charset="0"/>
              </a:rPr>
              <a:t> = </a:t>
            </a:r>
            <a:r>
              <a:rPr lang="es-MX" sz="1800" dirty="0" err="1">
                <a:effectLst/>
                <a:latin typeface="Calibri" panose="020F0502020204030204" pitchFamily="34" charset="0"/>
                <a:ea typeface="Calibri" panose="020F0502020204030204" pitchFamily="34" charset="0"/>
              </a:rPr>
              <a:t>Altitude</a:t>
            </a:r>
            <a:r>
              <a:rPr lang="es-MX" sz="1800" dirty="0">
                <a:effectLst/>
                <a:latin typeface="Calibri" panose="020F0502020204030204" pitchFamily="34" charset="0"/>
                <a:ea typeface="Calibri" panose="020F0502020204030204" pitchFamily="34" charset="0"/>
              </a:rPr>
              <a:t> </a:t>
            </a:r>
            <a:r>
              <a:rPr lang="es-MX" sz="1800" dirty="0" err="1">
                <a:effectLst/>
                <a:latin typeface="Calibri" panose="020F0502020204030204" pitchFamily="34" charset="0"/>
                <a:ea typeface="Calibri" panose="020F0502020204030204" pitchFamily="34" charset="0"/>
              </a:rPr>
              <a:t>from</a:t>
            </a:r>
            <a:r>
              <a:rPr lang="es-MX" sz="1800" dirty="0">
                <a:effectLst/>
                <a:latin typeface="Calibri" panose="020F0502020204030204" pitchFamily="34" charset="0"/>
                <a:ea typeface="Calibri" panose="020F0502020204030204" pitchFamily="34" charset="0"/>
              </a:rPr>
              <a:t> digital </a:t>
            </a:r>
            <a:r>
              <a:rPr lang="es-MX" sz="1800" dirty="0" err="1">
                <a:effectLst/>
                <a:latin typeface="Calibri" panose="020F0502020204030204" pitchFamily="34" charset="0"/>
                <a:ea typeface="Calibri" panose="020F0502020204030204" pitchFamily="34" charset="0"/>
              </a:rPr>
              <a:t>model</a:t>
            </a:r>
            <a:endParaRPr lang="es-MX" sz="1800" dirty="0">
              <a:effectLst/>
              <a:latin typeface="Calibri" panose="020F0502020204030204" pitchFamily="34" charset="0"/>
              <a:ea typeface="Calibri" panose="020F050202020403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es-MX" sz="1800" dirty="0" err="1">
                <a:effectLst/>
                <a:latin typeface="Calibri" panose="020F0502020204030204" pitchFamily="34" charset="0"/>
                <a:ea typeface="Calibri" panose="020F0502020204030204" pitchFamily="34" charset="0"/>
              </a:rPr>
              <a:t>mdep</a:t>
            </a:r>
            <a:r>
              <a:rPr lang="es-MX" sz="1800" dirty="0">
                <a:effectLst/>
                <a:latin typeface="Calibri" panose="020F0502020204030204" pitchFamily="34" charset="0"/>
                <a:ea typeface="Calibri" panose="020F0502020204030204" pitchFamily="34" charset="0"/>
              </a:rPr>
              <a:t> = </a:t>
            </a:r>
            <a:r>
              <a:rPr lang="es-MX" sz="1800" dirty="0" err="1">
                <a:effectLst/>
                <a:latin typeface="Calibri" panose="020F0502020204030204" pitchFamily="34" charset="0"/>
                <a:ea typeface="Calibri" panose="020F0502020204030204" pitchFamily="34" charset="0"/>
              </a:rPr>
              <a:t>slope</a:t>
            </a:r>
            <a:r>
              <a:rPr lang="es-MX" sz="1800" dirty="0">
                <a:effectLst/>
                <a:latin typeface="Calibri" panose="020F0502020204030204" pitchFamily="34" charset="0"/>
                <a:ea typeface="Calibri" panose="020F0502020204030204" pitchFamily="34" charset="0"/>
              </a:rPr>
              <a:t> </a:t>
            </a:r>
            <a:r>
              <a:rPr lang="es-MX" sz="1800" dirty="0" err="1">
                <a:effectLst/>
                <a:latin typeface="Calibri" panose="020F0502020204030204" pitchFamily="34" charset="0"/>
                <a:ea typeface="Calibri" panose="020F0502020204030204" pitchFamily="34" charset="0"/>
              </a:rPr>
              <a:t>from</a:t>
            </a:r>
            <a:r>
              <a:rPr lang="es-MX" sz="1800" dirty="0">
                <a:effectLst/>
                <a:latin typeface="Calibri" panose="020F0502020204030204" pitchFamily="34" charset="0"/>
                <a:ea typeface="Calibri" panose="020F0502020204030204" pitchFamily="34" charset="0"/>
              </a:rPr>
              <a:t> digital </a:t>
            </a:r>
            <a:r>
              <a:rPr lang="es-MX" sz="1800">
                <a:effectLst/>
                <a:latin typeface="Calibri" panose="020F0502020204030204" pitchFamily="34" charset="0"/>
                <a:ea typeface="Calibri" panose="020F0502020204030204" pitchFamily="34" charset="0"/>
              </a:rPr>
              <a:t>model</a:t>
            </a:r>
            <a:endParaRPr lang="en-US" sz="1800" dirty="0">
              <a:effectLst/>
              <a:latin typeface="Calibri" panose="020F0502020204030204" pitchFamily="34" charset="0"/>
              <a:ea typeface="Calibri" panose="020F0502020204030204" pitchFamily="34" charset="0"/>
            </a:endParaRPr>
          </a:p>
          <a:p>
            <a:pPr marL="342900" marR="0" lvl="0" indent="-342900">
              <a:lnSpc>
                <a:spcPct val="107000"/>
              </a:lnSpc>
              <a:spcBef>
                <a:spcPts val="0"/>
              </a:spcBef>
              <a:spcAft>
                <a:spcPts val="800"/>
              </a:spcAft>
              <a:buFont typeface="Symbol" panose="05050102010706020507" pitchFamily="18" charset="2"/>
              <a:buChar char=""/>
            </a:pP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9012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evi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Enhanced Vegetation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ndvi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Normalized Difference Vegetation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ndbi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Normalized Difference Built-up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bu</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Built-up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sr</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Simple Ratio</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arvi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Atmospherically Resistant Vegetation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ui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Urban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ibi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b="1" dirty="0">
                <a:effectLst/>
                <a:latin typeface="Calibri" panose="020F0502020204030204" pitchFamily="34" charset="0"/>
                <a:ea typeface="Calibri" panose="020F0502020204030204" pitchFamily="34" charset="0"/>
                <a:cs typeface="Calibri" panose="020F0502020204030204" pitchFamily="34" charset="0"/>
              </a:rPr>
              <a:t> </a:t>
            </a:r>
            <a:r>
              <a:rPr lang="en-US" sz="120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3"/>
              </a:rPr>
              <a:t>Index of biological integrity</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ndwi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Normalized Difference Water Index</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mndwi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4"/>
              </a:rPr>
              <a:t>Modified Normalized Difference Water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nbi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dirty="0">
                <a:effectLst/>
                <a:latin typeface="Calibri" panose="020F0502020204030204" pitchFamily="34" charset="0"/>
                <a:ea typeface="Calibri" panose="020F0502020204030204" pitchFamily="34" charset="0"/>
                <a:cs typeface="Calibri" panose="020F0502020204030204" pitchFamily="34" charset="0"/>
              </a:rPr>
              <a:t>New Built-up Index</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brba</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dirty="0">
                <a:effectLst/>
                <a:latin typeface="Calibri" panose="020F0502020204030204" pitchFamily="34" charset="0"/>
                <a:ea typeface="Calibri" panose="020F0502020204030204" pitchFamily="34" charset="0"/>
                <a:cs typeface="Calibri" panose="020F0502020204030204" pitchFamily="34" charset="0"/>
              </a:rPr>
              <a:t>Band Ratio for Built-up Area</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nbai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Calibri" panose="020F0502020204030204" pitchFamily="34" charset="0"/>
                <a:cs typeface="Calibri" panose="020F0502020204030204" pitchFamily="34" charset="0"/>
              </a:rPr>
              <a:t> Normalized Built-up Area Index</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baei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Built-up Area Extraction </a:t>
            </a:r>
            <a:r>
              <a:rPr lang="en-US" sz="12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ndsi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 </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Normalized Difference Snow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vari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Visible Atmospherically Resistant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savi</a:t>
            </a: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Soil Adjusted Vegetation Index</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200" b="1" dirty="0" err="1">
                <a:effectLst/>
                <a:latin typeface="Calibri" panose="020F0502020204030204" pitchFamily="34" charset="0"/>
                <a:ea typeface="Times New Roman" panose="02020603050405020304" pitchFamily="18" charset="0"/>
                <a:cs typeface="Calibri" panose="020F0502020204030204" pitchFamily="34" charset="0"/>
              </a:rPr>
              <a:t>osavi</a:t>
            </a:r>
            <a:r>
              <a:rPr lang="en-US" sz="1200" b="1" dirty="0">
                <a:effectLst/>
                <a:latin typeface="Calibri" panose="020F0502020204030204" pitchFamily="34" charset="0"/>
                <a:ea typeface="Times New Roman" panose="02020603050405020304" pitchFamily="18" charset="0"/>
                <a:cs typeface="Calibri" panose="020F0502020204030204" pitchFamily="34" charset="0"/>
              </a:rPr>
              <a:t>:</a:t>
            </a: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r>
              <a:rPr lang="en-US" sz="120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hlinkClick r:id="rId5"/>
              </a:rPr>
              <a:t>Optimized Soil Adjusted Vegetation Index</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200" b="1" dirty="0" err="1">
                <a:effectLst/>
                <a:latin typeface="Calibri" panose="020F0502020204030204" pitchFamily="34" charset="0"/>
                <a:ea typeface="Calibri" panose="020F0502020204030204" pitchFamily="34" charset="0"/>
                <a:cs typeface="Calibri" panose="020F0502020204030204" pitchFamily="34" charset="0"/>
              </a:rPr>
              <a:t>ndmi</a:t>
            </a:r>
            <a:r>
              <a:rPr lang="en-US" sz="1200" b="1" dirty="0">
                <a:effectLst/>
                <a:latin typeface="Calibri" panose="020F0502020204030204" pitchFamily="34" charset="0"/>
                <a:ea typeface="Calibri" panose="020F0502020204030204" pitchFamily="34" charset="0"/>
                <a:cs typeface="Calibri" panose="020F0502020204030204" pitchFamily="34" charset="0"/>
              </a:rPr>
              <a:t>:</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6"/>
              </a:rPr>
              <a:t>Normalized Difference Moisture Index</a:t>
            </a:r>
            <a:endParaRPr lang="en-US" sz="120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es-MX" sz="1800" dirty="0" err="1">
                <a:effectLst/>
                <a:latin typeface="Calibri" panose="020F0502020204030204" pitchFamily="34" charset="0"/>
                <a:ea typeface="Calibri" panose="020F0502020204030204" pitchFamily="34" charset="0"/>
              </a:rPr>
              <a:t>mdea</a:t>
            </a:r>
            <a:r>
              <a:rPr lang="es-MX" sz="1800" dirty="0">
                <a:effectLst/>
                <a:latin typeface="Calibri" panose="020F0502020204030204" pitchFamily="34" charset="0"/>
                <a:ea typeface="Calibri" panose="020F0502020204030204" pitchFamily="34" charset="0"/>
              </a:rPr>
              <a:t> = </a:t>
            </a:r>
            <a:r>
              <a:rPr lang="es-MX" sz="1800" dirty="0" err="1">
                <a:effectLst/>
                <a:latin typeface="Calibri" panose="020F0502020204030204" pitchFamily="34" charset="0"/>
                <a:ea typeface="Calibri" panose="020F0502020204030204" pitchFamily="34" charset="0"/>
              </a:rPr>
              <a:t>Altitude</a:t>
            </a:r>
            <a:r>
              <a:rPr lang="es-MX" sz="1800" dirty="0">
                <a:effectLst/>
                <a:latin typeface="Calibri" panose="020F0502020204030204" pitchFamily="34" charset="0"/>
                <a:ea typeface="Calibri" panose="020F0502020204030204" pitchFamily="34" charset="0"/>
              </a:rPr>
              <a:t> </a:t>
            </a:r>
            <a:r>
              <a:rPr lang="es-MX" sz="1800" dirty="0" err="1">
                <a:effectLst/>
                <a:latin typeface="Calibri" panose="020F0502020204030204" pitchFamily="34" charset="0"/>
                <a:ea typeface="Calibri" panose="020F0502020204030204" pitchFamily="34" charset="0"/>
              </a:rPr>
              <a:t>from</a:t>
            </a:r>
            <a:r>
              <a:rPr lang="es-MX" sz="1800" dirty="0">
                <a:effectLst/>
                <a:latin typeface="Calibri" panose="020F0502020204030204" pitchFamily="34" charset="0"/>
                <a:ea typeface="Calibri" panose="020F0502020204030204" pitchFamily="34" charset="0"/>
              </a:rPr>
              <a:t> digital </a:t>
            </a:r>
            <a:r>
              <a:rPr lang="es-MX" sz="1800" dirty="0" err="1">
                <a:effectLst/>
                <a:latin typeface="Calibri" panose="020F0502020204030204" pitchFamily="34" charset="0"/>
                <a:ea typeface="Calibri" panose="020F0502020204030204" pitchFamily="34" charset="0"/>
              </a:rPr>
              <a:t>model</a:t>
            </a:r>
            <a:endParaRPr lang="es-MX" sz="1800" dirty="0">
              <a:effectLst/>
              <a:latin typeface="Calibri" panose="020F0502020204030204" pitchFamily="34" charset="0"/>
              <a:ea typeface="Calibri" panose="020F050202020403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es-MX" sz="1800" dirty="0" err="1">
                <a:effectLst/>
                <a:latin typeface="Calibri" panose="020F0502020204030204" pitchFamily="34" charset="0"/>
                <a:ea typeface="Calibri" panose="020F0502020204030204" pitchFamily="34" charset="0"/>
              </a:rPr>
              <a:t>mdep</a:t>
            </a:r>
            <a:r>
              <a:rPr lang="es-MX" sz="1800" dirty="0">
                <a:effectLst/>
                <a:latin typeface="Calibri" panose="020F0502020204030204" pitchFamily="34" charset="0"/>
                <a:ea typeface="Calibri" panose="020F0502020204030204" pitchFamily="34" charset="0"/>
              </a:rPr>
              <a:t> = </a:t>
            </a:r>
            <a:r>
              <a:rPr lang="es-MX" sz="1800" dirty="0" err="1">
                <a:effectLst/>
                <a:latin typeface="Calibri" panose="020F0502020204030204" pitchFamily="34" charset="0"/>
                <a:ea typeface="Calibri" panose="020F0502020204030204" pitchFamily="34" charset="0"/>
              </a:rPr>
              <a:t>slope</a:t>
            </a:r>
            <a:r>
              <a:rPr lang="es-MX" sz="1800" dirty="0">
                <a:effectLst/>
                <a:latin typeface="Calibri" panose="020F0502020204030204" pitchFamily="34" charset="0"/>
                <a:ea typeface="Calibri" panose="020F0502020204030204" pitchFamily="34" charset="0"/>
              </a:rPr>
              <a:t> </a:t>
            </a:r>
            <a:r>
              <a:rPr lang="es-MX" sz="1800" dirty="0" err="1">
                <a:effectLst/>
                <a:latin typeface="Calibri" panose="020F0502020204030204" pitchFamily="34" charset="0"/>
                <a:ea typeface="Calibri" panose="020F0502020204030204" pitchFamily="34" charset="0"/>
              </a:rPr>
              <a:t>from</a:t>
            </a:r>
            <a:r>
              <a:rPr lang="es-MX" sz="1800" dirty="0">
                <a:effectLst/>
                <a:latin typeface="Calibri" panose="020F0502020204030204" pitchFamily="34" charset="0"/>
                <a:ea typeface="Calibri" panose="020F0502020204030204" pitchFamily="34" charset="0"/>
              </a:rPr>
              <a:t> digital </a:t>
            </a:r>
            <a:r>
              <a:rPr lang="es-MX" sz="1800">
                <a:effectLst/>
                <a:latin typeface="Calibri" panose="020F0502020204030204" pitchFamily="34" charset="0"/>
                <a:ea typeface="Calibri" panose="020F0502020204030204" pitchFamily="34" charset="0"/>
              </a:rPr>
              <a:t>model</a:t>
            </a:r>
            <a:endParaRPr lang="en-US" sz="1800" dirty="0">
              <a:effectLst/>
              <a:latin typeface="Calibri" panose="020F0502020204030204" pitchFamily="34" charset="0"/>
              <a:ea typeface="Calibri" panose="020F0502020204030204" pitchFamily="34" charset="0"/>
            </a:endParaRPr>
          </a:p>
          <a:p>
            <a:pPr marL="342900" marR="0" lvl="0" indent="-342900">
              <a:lnSpc>
                <a:spcPct val="107000"/>
              </a:lnSpc>
              <a:spcBef>
                <a:spcPts val="0"/>
              </a:spcBef>
              <a:spcAft>
                <a:spcPts val="800"/>
              </a:spcAft>
              <a:buFont typeface="Symbol" panose="05050102010706020507" pitchFamily="18" charset="2"/>
              <a:buChar char=""/>
            </a:pP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A84-9955-41A7-AA3D-33182951C4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0685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79B8B-DDCD-46FA-89F2-851996BB08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4D1871-52BC-4793-90D7-6E83C77E44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B4BB2E-0503-4098-B2B2-E4AB706F3F62}"/>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5" name="Footer Placeholder 4">
            <a:extLst>
              <a:ext uri="{FF2B5EF4-FFF2-40B4-BE49-F238E27FC236}">
                <a16:creationId xmlns:a16="http://schemas.microsoft.com/office/drawing/2014/main" id="{744F8197-80DE-47F9-BEB9-0452C1D5B6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5F9A33-E768-4BCA-81D8-9E012EA679AD}"/>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529659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A723D-269F-41B3-BA5E-83830E1D27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68489D-7222-4B67-A3CF-56B1EB8029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4C938-1AD3-47A1-B238-3507B8AC8949}"/>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5" name="Footer Placeholder 4">
            <a:extLst>
              <a:ext uri="{FF2B5EF4-FFF2-40B4-BE49-F238E27FC236}">
                <a16:creationId xmlns:a16="http://schemas.microsoft.com/office/drawing/2014/main" id="{0395F04C-D0A6-452C-8AB1-C5E00E9328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7586CC-09C2-401A-A8BF-1EEDD87E55C0}"/>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2817652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2B460-B6F9-4117-9DF6-059F6A2958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EDC9F1-E79D-4482-A628-CB6908DCB4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088C58-8BED-421C-A148-5E5C4435DB83}"/>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5" name="Footer Placeholder 4">
            <a:extLst>
              <a:ext uri="{FF2B5EF4-FFF2-40B4-BE49-F238E27FC236}">
                <a16:creationId xmlns:a16="http://schemas.microsoft.com/office/drawing/2014/main" id="{35755934-85A1-49F0-901C-0AE5D44A7F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D81B4E-4061-46D6-85B7-CE41970FD7A3}"/>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3858440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79F05-A9DC-4134-B5B2-424ADCE5FD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FCBA57-DDB1-42A1-9E12-C432E51F14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0D0A6C-58AD-44E3-9946-0E9EA52DC2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3E9E9A-265F-4662-8222-DFE3CD63F71E}"/>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6" name="Footer Placeholder 5">
            <a:extLst>
              <a:ext uri="{FF2B5EF4-FFF2-40B4-BE49-F238E27FC236}">
                <a16:creationId xmlns:a16="http://schemas.microsoft.com/office/drawing/2014/main" id="{74B49CB2-3A12-40DE-80BB-8F57DFA408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56D79E-836F-4E07-897B-5888FCB6C54F}"/>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4006082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9B02A-0D00-4A26-8F62-7F0DB58BC9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F1CADA-4267-4645-A03B-603A59782A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142793-D1DE-4259-A264-097664E49C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4DAA9D-3511-4EC2-A448-FBB96642B6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CEEAB4-1DED-46E8-9447-BCA4D7778C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EC88BA-3684-4F44-854A-8DC33435F58F}"/>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8" name="Footer Placeholder 7">
            <a:extLst>
              <a:ext uri="{FF2B5EF4-FFF2-40B4-BE49-F238E27FC236}">
                <a16:creationId xmlns:a16="http://schemas.microsoft.com/office/drawing/2014/main" id="{670483A1-082C-42A8-A840-5A71386D501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D86072-3AAC-4F44-90D6-96413C30BA4D}"/>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3001579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1B481-67A6-49D0-8C15-30DBA0D9C1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A72D43-16D3-43E0-B1C7-E0000A97B069}"/>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4" name="Footer Placeholder 3">
            <a:extLst>
              <a:ext uri="{FF2B5EF4-FFF2-40B4-BE49-F238E27FC236}">
                <a16:creationId xmlns:a16="http://schemas.microsoft.com/office/drawing/2014/main" id="{787ED5F8-D077-4AF6-85DF-0398A4E35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77CA2A-93A5-4DDC-8381-3B5EA645CA63}"/>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1132797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47A5E3-0FB8-4B3D-8A47-9F4642155263}"/>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3" name="Footer Placeholder 2">
            <a:extLst>
              <a:ext uri="{FF2B5EF4-FFF2-40B4-BE49-F238E27FC236}">
                <a16:creationId xmlns:a16="http://schemas.microsoft.com/office/drawing/2014/main" id="{9E695182-0A97-4A83-870B-600830263D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EC56D-679A-47A2-A4B0-0584ABBE8206}"/>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2862740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FB559-AB5F-463E-8457-0937F53694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B78BF3-EC27-468C-A852-F3FB4C9544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64A7F0-DF7B-4DB4-A577-1C1E929AEB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8E222A-BF53-4E01-B7AF-8F02EA527356}"/>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6" name="Footer Placeholder 5">
            <a:extLst>
              <a:ext uri="{FF2B5EF4-FFF2-40B4-BE49-F238E27FC236}">
                <a16:creationId xmlns:a16="http://schemas.microsoft.com/office/drawing/2014/main" id="{EC74CC4F-4B42-440E-9230-C98BD3310D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B5502D-2D8E-473F-A4B0-3F927BECF735}"/>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2427251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D9022-DACD-4285-B4D6-BE2FF39A3F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249749-BD8D-4A7D-91FE-5A706E002D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A5FA7B-D083-4138-BD2E-E21E2EBF3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73AAB8-4DF4-4C7D-9CD2-6BC5AB432CD5}"/>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6" name="Footer Placeholder 5">
            <a:extLst>
              <a:ext uri="{FF2B5EF4-FFF2-40B4-BE49-F238E27FC236}">
                <a16:creationId xmlns:a16="http://schemas.microsoft.com/office/drawing/2014/main" id="{3656DCF4-2003-4640-8E30-120680E285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1453BB-DD0B-4059-A9BE-B0C279CA4DE1}"/>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932736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E446D-DBB5-42BD-A3C1-FA391A75FB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271FC0-FF21-4826-AE4B-CA1DB0287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9F4F39-A87A-4095-A8FE-050A7565DE32}"/>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5" name="Footer Placeholder 4">
            <a:extLst>
              <a:ext uri="{FF2B5EF4-FFF2-40B4-BE49-F238E27FC236}">
                <a16:creationId xmlns:a16="http://schemas.microsoft.com/office/drawing/2014/main" id="{C025649F-BE0E-43A7-89F1-FA15FCF4B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1E9B44-2873-4E00-9005-B83999CFBBB8}"/>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107532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7E1013-5BAB-43C1-871D-6B3B09B035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E2251A-221E-4D7B-BF0E-C06136C1AD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5AB1F8-BD55-450F-9D4D-14811386B9F4}"/>
              </a:ext>
            </a:extLst>
          </p:cNvPr>
          <p:cNvSpPr>
            <a:spLocks noGrp="1"/>
          </p:cNvSpPr>
          <p:nvPr>
            <p:ph type="dt" sz="half" idx="10"/>
          </p:nvPr>
        </p:nvSpPr>
        <p:spPr/>
        <p:txBody>
          <a:bodyPr/>
          <a:lstStyle/>
          <a:p>
            <a:fld id="{DDB2E72D-0B08-4EC6-BC40-51B4ADB629D7}" type="datetimeFigureOut">
              <a:rPr lang="en-US" smtClean="0"/>
              <a:t>10/21/2024</a:t>
            </a:fld>
            <a:endParaRPr lang="en-US"/>
          </a:p>
        </p:txBody>
      </p:sp>
      <p:sp>
        <p:nvSpPr>
          <p:cNvPr id="5" name="Footer Placeholder 4">
            <a:extLst>
              <a:ext uri="{FF2B5EF4-FFF2-40B4-BE49-F238E27FC236}">
                <a16:creationId xmlns:a16="http://schemas.microsoft.com/office/drawing/2014/main" id="{323C5C04-8370-494B-BE7D-F4A752FAEA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3A8BBC-F9F2-4021-BB7E-5704DE825561}"/>
              </a:ext>
            </a:extLst>
          </p:cNvPr>
          <p:cNvSpPr>
            <a:spLocks noGrp="1"/>
          </p:cNvSpPr>
          <p:nvPr>
            <p:ph type="sldNum" sz="quarter" idx="12"/>
          </p:nvPr>
        </p:nvSpPr>
        <p:spPr/>
        <p:txBody>
          <a:bodyPr/>
          <a:lstStyle/>
          <a:p>
            <a:fld id="{DB1C24B5-516D-4AB8-80F2-E5C9327CF4C7}" type="slidenum">
              <a:rPr lang="en-US" smtClean="0"/>
              <a:t>‹#›</a:t>
            </a:fld>
            <a:endParaRPr lang="en-US"/>
          </a:p>
        </p:txBody>
      </p:sp>
    </p:spTree>
    <p:extLst>
      <p:ext uri="{BB962C8B-B14F-4D97-AF65-F5344CB8AC3E}">
        <p14:creationId xmlns:p14="http://schemas.microsoft.com/office/powerpoint/2010/main" val="555091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Light Blue Title Slide">
    <p:spTree>
      <p:nvGrpSpPr>
        <p:cNvPr id="1" name=""/>
        <p:cNvGrpSpPr/>
        <p:nvPr/>
      </p:nvGrpSpPr>
      <p:grpSpPr>
        <a:xfrm>
          <a:off x="0" y="0"/>
          <a:ext cx="0" cy="0"/>
          <a:chOff x="0" y="0"/>
          <a:chExt cx="0" cy="0"/>
        </a:xfrm>
      </p:grpSpPr>
      <p:sp>
        <p:nvSpPr>
          <p:cNvPr id="6" name="Rectangle 5"/>
          <p:cNvSpPr>
            <a:spLocks noChangeArrowheads="1"/>
          </p:cNvSpPr>
          <p:nvPr/>
        </p:nvSpPr>
        <p:spPr bwMode="auto">
          <a:xfrm flipV="1">
            <a:off x="0" y="3"/>
            <a:ext cx="12192000" cy="4479925"/>
          </a:xfrm>
          <a:prstGeom prst="rect">
            <a:avLst/>
          </a:prstGeom>
          <a:solidFill>
            <a:srgbClr val="139AF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975" b="0" dirty="0">
              <a:cs typeface="+mn-cs"/>
            </a:endParaRPr>
          </a:p>
        </p:txBody>
      </p:sp>
      <p:sp>
        <p:nvSpPr>
          <p:cNvPr id="7" name="Rectangle 6"/>
          <p:cNvSpPr>
            <a:spLocks noChangeArrowheads="1"/>
          </p:cNvSpPr>
          <p:nvPr/>
        </p:nvSpPr>
        <p:spPr bwMode="auto">
          <a:xfrm>
            <a:off x="0" y="4311653"/>
            <a:ext cx="12192000" cy="176213"/>
          </a:xfrm>
          <a:prstGeom prst="rect">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975" b="0" dirty="0">
              <a:solidFill>
                <a:schemeClr val="bg1"/>
              </a:solidFill>
              <a:cs typeface="+mn-cs"/>
            </a:endParaRPr>
          </a:p>
        </p:txBody>
      </p:sp>
      <p:sp>
        <p:nvSpPr>
          <p:cNvPr id="330" name="Title 329"/>
          <p:cNvSpPr>
            <a:spLocks noGrp="1"/>
          </p:cNvSpPr>
          <p:nvPr>
            <p:ph type="title"/>
          </p:nvPr>
        </p:nvSpPr>
        <p:spPr>
          <a:xfrm>
            <a:off x="2016832" y="1189792"/>
            <a:ext cx="9295741" cy="1822161"/>
          </a:xfrm>
        </p:spPr>
        <p:txBody>
          <a:bodyPr anchor="b"/>
          <a:lstStyle>
            <a:lvl1pPr>
              <a:lnSpc>
                <a:spcPct val="100000"/>
              </a:lnSpc>
              <a:spcBef>
                <a:spcPts val="0"/>
              </a:spcBef>
              <a:defRPr sz="2700" b="1" baseline="0">
                <a:solidFill>
                  <a:schemeClr val="bg1"/>
                </a:solidFill>
              </a:defRPr>
            </a:lvl1pPr>
          </a:lstStyle>
          <a:p>
            <a:r>
              <a:rPr lang="en-US"/>
              <a:t>Click to edit Master title style</a:t>
            </a:r>
            <a:endParaRPr lang="en-US" dirty="0"/>
          </a:p>
        </p:txBody>
      </p:sp>
      <p:sp>
        <p:nvSpPr>
          <p:cNvPr id="332" name="Text Placeholder 331"/>
          <p:cNvSpPr>
            <a:spLocks noGrp="1"/>
          </p:cNvSpPr>
          <p:nvPr>
            <p:ph type="body" sz="quarter" idx="13"/>
          </p:nvPr>
        </p:nvSpPr>
        <p:spPr>
          <a:xfrm>
            <a:off x="2033565" y="3000005"/>
            <a:ext cx="9279009" cy="875885"/>
          </a:xfrm>
        </p:spPr>
        <p:txBody>
          <a:bodyPr>
            <a:normAutofit/>
          </a:bodyPr>
          <a:lstStyle>
            <a:lvl1pPr>
              <a:lnSpc>
                <a:spcPct val="100000"/>
              </a:lnSpc>
              <a:spcBef>
                <a:spcPts val="0"/>
              </a:spcBef>
              <a:defRPr sz="1800" b="0" i="0" cap="all" baseline="0">
                <a:solidFill>
                  <a:srgbClr val="FFFFFF"/>
                </a:solidFill>
                <a:latin typeface="+mn-lt"/>
                <a:cs typeface="Andes ExtraLight"/>
              </a:defRPr>
            </a:lvl1pPr>
            <a:lvl2pPr>
              <a:defRPr b="0" i="0">
                <a:latin typeface="Andes ExtraLight"/>
                <a:cs typeface="Andes ExtraLight"/>
              </a:defRPr>
            </a:lvl2pPr>
            <a:lvl3pPr>
              <a:defRPr b="0" i="0">
                <a:latin typeface="Andes ExtraLight"/>
                <a:cs typeface="Andes ExtraLight"/>
              </a:defRPr>
            </a:lvl3pPr>
            <a:lvl4pPr>
              <a:defRPr b="0" i="0">
                <a:latin typeface="Andes ExtraLight"/>
                <a:cs typeface="Andes ExtraLight"/>
              </a:defRPr>
            </a:lvl4pPr>
            <a:lvl5pPr>
              <a:defRPr b="0" i="0">
                <a:latin typeface="Andes ExtraLight"/>
                <a:cs typeface="Andes ExtraLight"/>
              </a:defRPr>
            </a:lvl5pPr>
          </a:lstStyle>
          <a:p>
            <a:pPr lvl="0"/>
            <a:r>
              <a:rPr lang="en-US"/>
              <a:t>Click to edit Master text styles</a:t>
            </a:r>
          </a:p>
        </p:txBody>
      </p:sp>
      <p:sp>
        <p:nvSpPr>
          <p:cNvPr id="69" name="Text Placeholder 331"/>
          <p:cNvSpPr>
            <a:spLocks noGrp="1"/>
          </p:cNvSpPr>
          <p:nvPr>
            <p:ph type="body" sz="quarter" idx="14"/>
          </p:nvPr>
        </p:nvSpPr>
        <p:spPr>
          <a:xfrm>
            <a:off x="7576097" y="4699004"/>
            <a:ext cx="3761560" cy="1393637"/>
          </a:xfrm>
        </p:spPr>
        <p:txBody>
          <a:bodyPr anchor="b"/>
          <a:lstStyle>
            <a:lvl1pPr marL="0" marR="0" indent="0" algn="r" defTabSz="685800" rtl="0" eaLnBrk="1" fontAlgn="base" latinLnBrk="0" hangingPunct="1">
              <a:lnSpc>
                <a:spcPct val="115000"/>
              </a:lnSpc>
              <a:spcBef>
                <a:spcPct val="20000"/>
              </a:spcBef>
              <a:spcAft>
                <a:spcPct val="0"/>
              </a:spcAft>
              <a:buClr>
                <a:srgbClr val="00783C"/>
              </a:buClr>
              <a:buSzTx/>
              <a:buFontTx/>
              <a:buNone/>
              <a:tabLst/>
              <a:defRPr sz="1050" b="0" i="0" baseline="0">
                <a:solidFill>
                  <a:schemeClr val="tx1"/>
                </a:solidFill>
                <a:latin typeface="+mn-lt"/>
                <a:cs typeface="Arial"/>
              </a:defRPr>
            </a:lvl1pPr>
            <a:lvl2pPr marL="0" marR="0" indent="0" algn="r" defTabSz="685800" rtl="0" eaLnBrk="1" fontAlgn="base" latinLnBrk="0" hangingPunct="1">
              <a:lnSpc>
                <a:spcPct val="100000"/>
              </a:lnSpc>
              <a:spcBef>
                <a:spcPct val="20000"/>
              </a:spcBef>
              <a:spcAft>
                <a:spcPct val="0"/>
              </a:spcAft>
              <a:buClr>
                <a:srgbClr val="00783C"/>
              </a:buClr>
              <a:buSzTx/>
              <a:buFont typeface="Wingdings" charset="0"/>
              <a:buNone/>
              <a:tabLst/>
              <a:defRPr sz="1050" b="0" i="0">
                <a:latin typeface="+mn-lt"/>
                <a:cs typeface="Andes ExtraLight"/>
              </a:defRPr>
            </a:lvl2pPr>
            <a:lvl3pPr>
              <a:defRPr b="0" i="0">
                <a:latin typeface="Andes ExtraLight"/>
                <a:cs typeface="Andes ExtraLight"/>
              </a:defRPr>
            </a:lvl3pPr>
            <a:lvl4pPr>
              <a:defRPr b="0" i="0">
                <a:latin typeface="Andes ExtraLight"/>
                <a:cs typeface="Andes ExtraLight"/>
              </a:defRPr>
            </a:lvl4pPr>
            <a:lvl5pPr>
              <a:defRPr b="0" i="0">
                <a:latin typeface="Andes ExtraLight"/>
                <a:cs typeface="Andes ExtraLight"/>
              </a:defRPr>
            </a:lvl5pPr>
          </a:lstStyle>
          <a:p>
            <a:pPr lvl="0"/>
            <a:r>
              <a:rPr lang="en-US"/>
              <a:t>Click to edit Master text styles</a:t>
            </a:r>
          </a:p>
          <a:p>
            <a:pPr lvl="1"/>
            <a:r>
              <a:rPr lang="en-US"/>
              <a:t>Second level</a:t>
            </a:r>
          </a:p>
        </p:txBody>
      </p:sp>
      <p:sp>
        <p:nvSpPr>
          <p:cNvPr id="70" name="Picture Placeholder 4"/>
          <p:cNvSpPr>
            <a:spLocks noGrp="1"/>
          </p:cNvSpPr>
          <p:nvPr>
            <p:ph type="pic" sz="quarter" idx="16"/>
          </p:nvPr>
        </p:nvSpPr>
        <p:spPr>
          <a:xfrm>
            <a:off x="677335" y="4699001"/>
            <a:ext cx="6745111" cy="1375832"/>
          </a:xfrm>
          <a:solidFill>
            <a:srgbClr val="FFFFFF"/>
          </a:solidFill>
        </p:spPr>
        <p:txBody>
          <a:bodyPr anchor="ctr">
            <a:normAutofit/>
          </a:bodyPr>
          <a:lstStyle>
            <a:lvl1pPr algn="ctr">
              <a:defRPr baseline="0">
                <a:solidFill>
                  <a:srgbClr val="021F43"/>
                </a:solidFill>
              </a:defRPr>
            </a:lvl1pPr>
          </a:lstStyle>
          <a:p>
            <a:pPr lvl="0"/>
            <a:r>
              <a:rPr lang="en-US" noProof="0" dirty="0"/>
              <a:t>Click icon to add picture</a:t>
            </a:r>
          </a:p>
        </p:txBody>
      </p:sp>
      <p:sp>
        <p:nvSpPr>
          <p:cNvPr id="8" name="Rectangle 1028"/>
          <p:cNvSpPr>
            <a:spLocks noGrp="1" noChangeArrowheads="1"/>
          </p:cNvSpPr>
          <p:nvPr>
            <p:ph type="dt" sz="half" idx="17"/>
          </p:nvPr>
        </p:nvSpPr>
        <p:spPr>
          <a:xfrm>
            <a:off x="7922685" y="6107116"/>
            <a:ext cx="3401483" cy="306387"/>
          </a:xfrm>
        </p:spPr>
        <p:txBody>
          <a:bodyPr rIns="0" anchor="ctr"/>
          <a:lstStyle>
            <a:lvl1pPr algn="r">
              <a:defRPr b="0" i="0">
                <a:solidFill>
                  <a:schemeClr val="tx1"/>
                </a:solidFill>
                <a:latin typeface="Arial"/>
                <a:cs typeface="Arial"/>
              </a:defRPr>
            </a:lvl1pPr>
          </a:lstStyle>
          <a:p>
            <a:fld id="{A8E48989-3616-47CC-A4E3-7B8F52EA802B}" type="datetime1">
              <a:rPr lang="en-US" smtClean="0"/>
              <a:t>10/21/2024</a:t>
            </a:fld>
            <a:endParaRPr lang="en-US" dirty="0"/>
          </a:p>
        </p:txBody>
      </p:sp>
    </p:spTree>
    <p:extLst>
      <p:ext uri="{BB962C8B-B14F-4D97-AF65-F5344CB8AC3E}">
        <p14:creationId xmlns:p14="http://schemas.microsoft.com/office/powerpoint/2010/main" val="3533981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4" name="Rectangle 3"/>
          <p:cNvSpPr>
            <a:spLocks noChangeArrowheads="1"/>
          </p:cNvSpPr>
          <p:nvPr/>
        </p:nvSpPr>
        <p:spPr bwMode="auto">
          <a:xfrm>
            <a:off x="0" y="1100138"/>
            <a:ext cx="12192000" cy="176212"/>
          </a:xfrm>
          <a:prstGeom prst="rect">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prstClr val="white"/>
              </a:solidFill>
              <a:cs typeface="Arial" charset="0"/>
            </a:endParaRPr>
          </a:p>
        </p:txBody>
      </p:sp>
      <p:sp>
        <p:nvSpPr>
          <p:cNvPr id="2" name="Title 1"/>
          <p:cNvSpPr>
            <a:spLocks noGrp="1"/>
          </p:cNvSpPr>
          <p:nvPr>
            <p:ph type="title"/>
          </p:nvPr>
        </p:nvSpPr>
        <p:spPr>
          <a:xfrm>
            <a:off x="475914" y="301629"/>
            <a:ext cx="11282705" cy="756707"/>
          </a:xfrm>
        </p:spPr>
        <p:txBody>
          <a:bodyPr/>
          <a:lstStyle>
            <a:lvl1pPr>
              <a:defRPr sz="2200" b="0" i="0">
                <a:solidFill>
                  <a:schemeClr val="tx1"/>
                </a:solidFill>
              </a:defRPr>
            </a:lvl1pPr>
          </a:lstStyle>
          <a:p>
            <a:r>
              <a:rPr lang="en-US"/>
              <a:t>Click to edit Master title style</a:t>
            </a:r>
            <a:endParaRPr lang="en-US" dirty="0"/>
          </a:p>
        </p:txBody>
      </p:sp>
      <p:sp>
        <p:nvSpPr>
          <p:cNvPr id="7" name="Text Placeholder 6"/>
          <p:cNvSpPr>
            <a:spLocks noGrp="1"/>
          </p:cNvSpPr>
          <p:nvPr>
            <p:ph type="body" sz="quarter" idx="13"/>
          </p:nvPr>
        </p:nvSpPr>
        <p:spPr>
          <a:xfrm>
            <a:off x="465667" y="1598613"/>
            <a:ext cx="11303000" cy="4613804"/>
          </a:xfrm>
        </p:spPr>
        <p:txBody>
          <a:bodyPr>
            <a:normAutofit/>
          </a:bodyPr>
          <a:lstStyle>
            <a:lvl1pPr>
              <a:lnSpc>
                <a:spcPct val="100000"/>
              </a:lnSpc>
              <a:spcBef>
                <a:spcPts val="2400"/>
              </a:spcBef>
              <a:tabLst>
                <a:tab pos="8402638" algn="r"/>
              </a:tabLst>
              <a:defRPr lang="en-US" sz="1600" smtClean="0"/>
            </a:lvl1pPr>
          </a:lstStyle>
          <a:p>
            <a:pPr lvl="0"/>
            <a:r>
              <a:rPr lang="en-US"/>
              <a:t>Click to edit Master text styles</a:t>
            </a:r>
          </a:p>
        </p:txBody>
      </p:sp>
      <p:sp>
        <p:nvSpPr>
          <p:cNvPr id="5" name="Footer Placeholder 5"/>
          <p:cNvSpPr>
            <a:spLocks noGrp="1"/>
          </p:cNvSpPr>
          <p:nvPr>
            <p:ph type="ftr" sz="quarter" idx="14"/>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
        <p:nvSpPr>
          <p:cNvPr id="6" name="Slide Number Placeholder 7"/>
          <p:cNvSpPr>
            <a:spLocks noGrp="1"/>
          </p:cNvSpPr>
          <p:nvPr>
            <p:ph type="sldNum" sz="quarter" idx="15"/>
          </p:nvPr>
        </p:nvSpPr>
        <p:spPr/>
        <p:txBody>
          <a:bodyPr/>
          <a:lstStyle>
            <a:lvl1pPr>
              <a:defRPr/>
            </a:lvl1pPr>
          </a:lstStyle>
          <a:p>
            <a:pPr>
              <a:defRPr/>
            </a:pPr>
            <a:fld id="{16CDAFCB-46C5-448D-8384-4F79EB2F82F3}"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Tree>
    <p:extLst>
      <p:ext uri="{BB962C8B-B14F-4D97-AF65-F5344CB8AC3E}">
        <p14:creationId xmlns:p14="http://schemas.microsoft.com/office/powerpoint/2010/main" val="1481203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Freeform 1682"/>
          <p:cNvSpPr>
            <a:spLocks/>
          </p:cNvSpPr>
          <p:nvPr/>
        </p:nvSpPr>
        <p:spPr bwMode="auto">
          <a:xfrm flipH="1">
            <a:off x="8506884" y="615953"/>
            <a:ext cx="1352549" cy="1895475"/>
          </a:xfrm>
          <a:custGeom>
            <a:avLst/>
            <a:gdLst>
              <a:gd name="T0" fmla="*/ 0 w 638"/>
              <a:gd name="T1" fmla="*/ 0 h 1194"/>
              <a:gd name="T2" fmla="*/ 2147483647 w 638"/>
              <a:gd name="T3" fmla="*/ 2147483647 h 1194"/>
              <a:gd name="T4" fmla="*/ 2147483647 w 638"/>
              <a:gd name="T5" fmla="*/ 2147483647 h 1194"/>
              <a:gd name="T6" fmla="*/ 2147483647 w 638"/>
              <a:gd name="T7" fmla="*/ 2147483647 h 1194"/>
              <a:gd name="T8" fmla="*/ 2147483647 w 638"/>
              <a:gd name="T9" fmla="*/ 2147483647 h 1194"/>
              <a:gd name="T10" fmla="*/ 2147483647 w 638"/>
              <a:gd name="T11" fmla="*/ 2147483647 h 1194"/>
              <a:gd name="T12" fmla="*/ 2147483647 w 638"/>
              <a:gd name="T13" fmla="*/ 2147483647 h 1194"/>
              <a:gd name="T14" fmla="*/ 2147483647 w 638"/>
              <a:gd name="T15" fmla="*/ 2147483647 h 1194"/>
              <a:gd name="T16" fmla="*/ 2147483647 w 638"/>
              <a:gd name="T17" fmla="*/ 2147483647 h 1194"/>
              <a:gd name="T18" fmla="*/ 2147483647 w 638"/>
              <a:gd name="T19" fmla="*/ 2147483647 h 1194"/>
              <a:gd name="T20" fmla="*/ 2147483647 w 638"/>
              <a:gd name="T21" fmla="*/ 2147483647 h 1194"/>
              <a:gd name="T22" fmla="*/ 2147483647 w 638"/>
              <a:gd name="T23" fmla="*/ 2147483647 h 1194"/>
              <a:gd name="T24" fmla="*/ 2147483647 w 638"/>
              <a:gd name="T25" fmla="*/ 2147483647 h 1194"/>
              <a:gd name="T26" fmla="*/ 2147483647 w 638"/>
              <a:gd name="T27" fmla="*/ 2147483647 h 1194"/>
              <a:gd name="T28" fmla="*/ 2147483647 w 638"/>
              <a:gd name="T29" fmla="*/ 2147483647 h 1194"/>
              <a:gd name="T30" fmla="*/ 2147483647 w 638"/>
              <a:gd name="T31" fmla="*/ 2147483647 h 1194"/>
              <a:gd name="T32" fmla="*/ 2147483647 w 638"/>
              <a:gd name="T33" fmla="*/ 2147483647 h 1194"/>
              <a:gd name="T34" fmla="*/ 2147483647 w 638"/>
              <a:gd name="T35" fmla="*/ 2147483647 h 1194"/>
              <a:gd name="T36" fmla="*/ 2147483647 w 638"/>
              <a:gd name="T37" fmla="*/ 2147483647 h 1194"/>
              <a:gd name="T38" fmla="*/ 2147483647 w 638"/>
              <a:gd name="T39" fmla="*/ 2147483647 h 1194"/>
              <a:gd name="T40" fmla="*/ 2147483647 w 638"/>
              <a:gd name="T41" fmla="*/ 2147483647 h 1194"/>
              <a:gd name="T42" fmla="*/ 2147483647 w 638"/>
              <a:gd name="T43" fmla="*/ 2147483647 h 1194"/>
              <a:gd name="T44" fmla="*/ 2147483647 w 638"/>
              <a:gd name="T45" fmla="*/ 2147483647 h 1194"/>
              <a:gd name="T46" fmla="*/ 2147483647 w 638"/>
              <a:gd name="T47" fmla="*/ 2147483647 h 1194"/>
              <a:gd name="T48" fmla="*/ 2147483647 w 638"/>
              <a:gd name="T49" fmla="*/ 2147483647 h 1194"/>
              <a:gd name="T50" fmla="*/ 2147483647 w 638"/>
              <a:gd name="T51" fmla="*/ 2147483647 h 1194"/>
              <a:gd name="T52" fmla="*/ 2147483647 w 638"/>
              <a:gd name="T53" fmla="*/ 2147483647 h 1194"/>
              <a:gd name="T54" fmla="*/ 2147483647 w 638"/>
              <a:gd name="T55" fmla="*/ 2147483647 h 1194"/>
              <a:gd name="T56" fmla="*/ 0 w 638"/>
              <a:gd name="T57" fmla="*/ 0 h 11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38" h="1194">
                <a:moveTo>
                  <a:pt x="0" y="0"/>
                </a:moveTo>
                <a:lnTo>
                  <a:pt x="38" y="110"/>
                </a:lnTo>
                <a:lnTo>
                  <a:pt x="78" y="216"/>
                </a:lnTo>
                <a:lnTo>
                  <a:pt x="106" y="304"/>
                </a:lnTo>
                <a:lnTo>
                  <a:pt x="136" y="398"/>
                </a:lnTo>
                <a:lnTo>
                  <a:pt x="164" y="506"/>
                </a:lnTo>
                <a:lnTo>
                  <a:pt x="206" y="672"/>
                </a:lnTo>
                <a:lnTo>
                  <a:pt x="236" y="788"/>
                </a:lnTo>
                <a:lnTo>
                  <a:pt x="272" y="990"/>
                </a:lnTo>
                <a:lnTo>
                  <a:pt x="286" y="1086"/>
                </a:lnTo>
                <a:lnTo>
                  <a:pt x="302" y="1194"/>
                </a:lnTo>
                <a:lnTo>
                  <a:pt x="638" y="1194"/>
                </a:lnTo>
                <a:lnTo>
                  <a:pt x="624" y="1142"/>
                </a:lnTo>
                <a:lnTo>
                  <a:pt x="598" y="1060"/>
                </a:lnTo>
                <a:lnTo>
                  <a:pt x="572" y="980"/>
                </a:lnTo>
                <a:lnTo>
                  <a:pt x="548" y="912"/>
                </a:lnTo>
                <a:lnTo>
                  <a:pt x="494" y="784"/>
                </a:lnTo>
                <a:lnTo>
                  <a:pt x="456" y="698"/>
                </a:lnTo>
                <a:lnTo>
                  <a:pt x="424" y="626"/>
                </a:lnTo>
                <a:lnTo>
                  <a:pt x="378" y="532"/>
                </a:lnTo>
                <a:lnTo>
                  <a:pt x="340" y="470"/>
                </a:lnTo>
                <a:lnTo>
                  <a:pt x="306" y="414"/>
                </a:lnTo>
                <a:lnTo>
                  <a:pt x="268" y="342"/>
                </a:lnTo>
                <a:lnTo>
                  <a:pt x="228" y="286"/>
                </a:lnTo>
                <a:lnTo>
                  <a:pt x="174" y="210"/>
                </a:lnTo>
                <a:lnTo>
                  <a:pt x="122" y="140"/>
                </a:lnTo>
                <a:lnTo>
                  <a:pt x="58" y="52"/>
                </a:lnTo>
                <a:lnTo>
                  <a:pt x="30" y="2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 name="Freeform 1683"/>
          <p:cNvSpPr>
            <a:spLocks/>
          </p:cNvSpPr>
          <p:nvPr/>
        </p:nvSpPr>
        <p:spPr bwMode="auto">
          <a:xfrm flipH="1">
            <a:off x="9880600" y="3175"/>
            <a:ext cx="950384" cy="584200"/>
          </a:xfrm>
          <a:custGeom>
            <a:avLst/>
            <a:gdLst>
              <a:gd name="T0" fmla="*/ 2147483647 w 448"/>
              <a:gd name="T1" fmla="*/ 2147483647 h 372"/>
              <a:gd name="T2" fmla="*/ 2147483647 w 448"/>
              <a:gd name="T3" fmla="*/ 2147483647 h 372"/>
              <a:gd name="T4" fmla="*/ 2147483647 w 448"/>
              <a:gd name="T5" fmla="*/ 2147483647 h 372"/>
              <a:gd name="T6" fmla="*/ 2147483647 w 448"/>
              <a:gd name="T7" fmla="*/ 2147483647 h 372"/>
              <a:gd name="T8" fmla="*/ 2147483647 w 448"/>
              <a:gd name="T9" fmla="*/ 2147483647 h 372"/>
              <a:gd name="T10" fmla="*/ 2147483647 w 448"/>
              <a:gd name="T11" fmla="*/ 2147483647 h 372"/>
              <a:gd name="T12" fmla="*/ 0 w 448"/>
              <a:gd name="T13" fmla="*/ 0 h 372"/>
              <a:gd name="T14" fmla="*/ 2147483647 w 448"/>
              <a:gd name="T15" fmla="*/ 0 h 372"/>
              <a:gd name="T16" fmla="*/ 2147483647 w 448"/>
              <a:gd name="T17" fmla="*/ 2147483647 h 372"/>
              <a:gd name="T18" fmla="*/ 2147483647 w 448"/>
              <a:gd name="T19" fmla="*/ 2147483647 h 372"/>
              <a:gd name="T20" fmla="*/ 2147483647 w 448"/>
              <a:gd name="T21" fmla="*/ 2147483647 h 372"/>
              <a:gd name="T22" fmla="*/ 2147483647 w 448"/>
              <a:gd name="T23" fmla="*/ 2147483647 h 372"/>
              <a:gd name="T24" fmla="*/ 2147483647 w 448"/>
              <a:gd name="T25" fmla="*/ 2147483647 h 372"/>
              <a:gd name="T26" fmla="*/ 2147483647 w 448"/>
              <a:gd name="T27" fmla="*/ 2147483647 h 372"/>
              <a:gd name="T28" fmla="*/ 2147483647 w 448"/>
              <a:gd name="T29" fmla="*/ 2147483647 h 3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8" h="372">
                <a:moveTo>
                  <a:pt x="448" y="372"/>
                </a:moveTo>
                <a:lnTo>
                  <a:pt x="388" y="302"/>
                </a:lnTo>
                <a:lnTo>
                  <a:pt x="280" y="208"/>
                </a:lnTo>
                <a:lnTo>
                  <a:pt x="210" y="142"/>
                </a:lnTo>
                <a:lnTo>
                  <a:pt x="140" y="94"/>
                </a:lnTo>
                <a:lnTo>
                  <a:pt x="64" y="44"/>
                </a:lnTo>
                <a:lnTo>
                  <a:pt x="0" y="0"/>
                </a:lnTo>
                <a:lnTo>
                  <a:pt x="280" y="0"/>
                </a:lnTo>
                <a:lnTo>
                  <a:pt x="300" y="36"/>
                </a:lnTo>
                <a:lnTo>
                  <a:pt x="324" y="82"/>
                </a:lnTo>
                <a:lnTo>
                  <a:pt x="346" y="134"/>
                </a:lnTo>
                <a:lnTo>
                  <a:pt x="378" y="206"/>
                </a:lnTo>
                <a:lnTo>
                  <a:pt x="408" y="264"/>
                </a:lnTo>
                <a:lnTo>
                  <a:pt x="434" y="334"/>
                </a:lnTo>
                <a:lnTo>
                  <a:pt x="448" y="37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6" name="Line 1086"/>
          <p:cNvSpPr>
            <a:spLocks noChangeShapeType="1"/>
          </p:cNvSpPr>
          <p:nvPr/>
        </p:nvSpPr>
        <p:spPr bwMode="auto">
          <a:xfrm>
            <a:off x="645586" y="617541"/>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7" name="Line 1087"/>
          <p:cNvSpPr>
            <a:spLocks noChangeShapeType="1"/>
          </p:cNvSpPr>
          <p:nvPr/>
        </p:nvSpPr>
        <p:spPr bwMode="auto">
          <a:xfrm>
            <a:off x="645586" y="617541"/>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 name="Rectangle 1088"/>
          <p:cNvSpPr>
            <a:spLocks noChangeArrowheads="1"/>
          </p:cNvSpPr>
          <p:nvPr/>
        </p:nvSpPr>
        <p:spPr bwMode="auto">
          <a:xfrm>
            <a:off x="645586" y="617541"/>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9" name="Rectangle 1089"/>
          <p:cNvSpPr>
            <a:spLocks noChangeArrowheads="1"/>
          </p:cNvSpPr>
          <p:nvPr/>
        </p:nvSpPr>
        <p:spPr bwMode="auto">
          <a:xfrm>
            <a:off x="645586" y="617541"/>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0" name="Freeform 1098"/>
          <p:cNvSpPr>
            <a:spLocks/>
          </p:cNvSpPr>
          <p:nvPr/>
        </p:nvSpPr>
        <p:spPr bwMode="auto">
          <a:xfrm>
            <a:off x="649820" y="617541"/>
            <a:ext cx="4233" cy="1587"/>
          </a:xfrm>
          <a:custGeom>
            <a:avLst/>
            <a:gdLst>
              <a:gd name="T0" fmla="*/ 0 w 2"/>
              <a:gd name="T1" fmla="*/ 0 h 1587"/>
              <a:gd name="T2" fmla="*/ 2147483647 w 2"/>
              <a:gd name="T3" fmla="*/ 0 h 1587"/>
              <a:gd name="T4" fmla="*/ 2147483647 w 2"/>
              <a:gd name="T5" fmla="*/ 0 h 1587"/>
              <a:gd name="T6" fmla="*/ 2147483647 w 2"/>
              <a:gd name="T7" fmla="*/ 0 h 1587"/>
              <a:gd name="T8" fmla="*/ 0 w 2"/>
              <a:gd name="T9" fmla="*/ 0 h 1587"/>
              <a:gd name="T10" fmla="*/ 0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0 w 2"/>
              <a:gd name="T25" fmla="*/ 0 h 1587"/>
              <a:gd name="T26" fmla="*/ 0 w 2"/>
              <a:gd name="T27" fmla="*/ 0 h 1587"/>
              <a:gd name="T28" fmla="*/ 0 w 2"/>
              <a:gd name="T29" fmla="*/ 0 h 1587"/>
              <a:gd name="T30" fmla="*/ 0 w 2"/>
              <a:gd name="T31" fmla="*/ 0 h 1587"/>
              <a:gd name="T32" fmla="*/ 0 w 2"/>
              <a:gd name="T33" fmla="*/ 0 h 1587"/>
              <a:gd name="T34" fmla="*/ 2147483647 w 2"/>
              <a:gd name="T35" fmla="*/ 0 h 1587"/>
              <a:gd name="T36" fmla="*/ 2147483647 w 2"/>
              <a:gd name="T37" fmla="*/ 0 h 1587"/>
              <a:gd name="T38" fmla="*/ 2147483647 w 2"/>
              <a:gd name="T39" fmla="*/ 0 h 1587"/>
              <a:gd name="T40" fmla="*/ 0 w 2"/>
              <a:gd name="T41" fmla="*/ 0 h 1587"/>
              <a:gd name="T42" fmla="*/ 0 w 2"/>
              <a:gd name="T43" fmla="*/ 0 h 1587"/>
              <a:gd name="T44" fmla="*/ 0 w 2"/>
              <a:gd name="T45" fmla="*/ 0 h 15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1" name="Freeform 1115"/>
          <p:cNvSpPr>
            <a:spLocks/>
          </p:cNvSpPr>
          <p:nvPr/>
        </p:nvSpPr>
        <p:spPr bwMode="auto">
          <a:xfrm>
            <a:off x="611720" y="473075"/>
            <a:ext cx="4233" cy="3175"/>
          </a:xfrm>
          <a:custGeom>
            <a:avLst/>
            <a:gdLst>
              <a:gd name="T0" fmla="*/ 0 w 2"/>
              <a:gd name="T1" fmla="*/ 2147483647 h 2"/>
              <a:gd name="T2" fmla="*/ 0 w 2"/>
              <a:gd name="T3" fmla="*/ 2147483647 h 2"/>
              <a:gd name="T4" fmla="*/ 0 w 2"/>
              <a:gd name="T5" fmla="*/ 2147483647 h 2"/>
              <a:gd name="T6" fmla="*/ 0 w 2"/>
              <a:gd name="T7" fmla="*/ 2147483647 h 2"/>
              <a:gd name="T8" fmla="*/ 0 w 2"/>
              <a:gd name="T9" fmla="*/ 2147483647 h 2"/>
              <a:gd name="T10" fmla="*/ 0 w 2"/>
              <a:gd name="T11" fmla="*/ 2147483647 h 2"/>
              <a:gd name="T12" fmla="*/ 2147483647 w 2"/>
              <a:gd name="T13" fmla="*/ 2147483647 h 2"/>
              <a:gd name="T14" fmla="*/ 2147483647 w 2"/>
              <a:gd name="T15" fmla="*/ 2147483647 h 2"/>
              <a:gd name="T16" fmla="*/ 2147483647 w 2"/>
              <a:gd name="T17" fmla="*/ 0 h 2"/>
              <a:gd name="T18" fmla="*/ 0 w 2"/>
              <a:gd name="T19" fmla="*/ 2147483647 h 2"/>
              <a:gd name="T20" fmla="*/ 0 w 2"/>
              <a:gd name="T21" fmla="*/ 2147483647 h 2"/>
              <a:gd name="T22" fmla="*/ 0 w 2"/>
              <a:gd name="T23" fmla="*/ 2147483647 h 2"/>
              <a:gd name="T24" fmla="*/ 0 w 2"/>
              <a:gd name="T25" fmla="*/ 2147483647 h 2"/>
              <a:gd name="T26" fmla="*/ 0 w 2"/>
              <a:gd name="T27" fmla="*/ 2147483647 h 2"/>
              <a:gd name="T28" fmla="*/ 2147483647 w 2"/>
              <a:gd name="T29" fmla="*/ 2147483647 h 2"/>
              <a:gd name="T30" fmla="*/ 2147483647 w 2"/>
              <a:gd name="T31" fmla="*/ 2147483647 h 2"/>
              <a:gd name="T32" fmla="*/ 2147483647 w 2"/>
              <a:gd name="T33" fmla="*/ 2147483647 h 2"/>
              <a:gd name="T34" fmla="*/ 2147483647 w 2"/>
              <a:gd name="T35" fmla="*/ 2147483647 h 2"/>
              <a:gd name="T36" fmla="*/ 2147483647 w 2"/>
              <a:gd name="T37" fmla="*/ 2147483647 h 2"/>
              <a:gd name="T38" fmla="*/ 2147483647 w 2"/>
              <a:gd name="T39" fmla="*/ 2147483647 h 2"/>
              <a:gd name="T40" fmla="*/ 0 w 2"/>
              <a:gd name="T41" fmla="*/ 2147483647 h 2"/>
              <a:gd name="T42" fmla="*/ 0 w 2"/>
              <a:gd name="T43" fmla="*/ 2147483647 h 2"/>
              <a:gd name="T44" fmla="*/ 0 w 2"/>
              <a:gd name="T45" fmla="*/ 2147483647 h 2"/>
              <a:gd name="T46" fmla="*/ 0 w 2"/>
              <a:gd name="T47" fmla="*/ 2147483647 h 2"/>
              <a:gd name="T48" fmla="*/ 0 w 2"/>
              <a:gd name="T49" fmla="*/ 2147483647 h 2"/>
              <a:gd name="T50" fmla="*/ 0 w 2"/>
              <a:gd name="T51" fmla="*/ 2147483647 h 2"/>
              <a:gd name="T52" fmla="*/ 0 w 2"/>
              <a:gd name="T53" fmla="*/ 2147483647 h 2"/>
              <a:gd name="T54" fmla="*/ 2147483647 w 2"/>
              <a:gd name="T55" fmla="*/ 2147483647 h 2"/>
              <a:gd name="T56" fmla="*/ 0 w 2"/>
              <a:gd name="T57" fmla="*/ 2147483647 h 2"/>
              <a:gd name="T58" fmla="*/ 2147483647 w 2"/>
              <a:gd name="T59" fmla="*/ 2147483647 h 2"/>
              <a:gd name="T60" fmla="*/ 2147483647 w 2"/>
              <a:gd name="T61" fmla="*/ 2147483647 h 2"/>
              <a:gd name="T62" fmla="*/ 2147483647 w 2"/>
              <a:gd name="T63" fmla="*/ 2147483647 h 2"/>
              <a:gd name="T64" fmla="*/ 0 w 2"/>
              <a:gd name="T65" fmla="*/ 2147483647 h 2"/>
              <a:gd name="T66" fmla="*/ 0 w 2"/>
              <a:gd name="T67" fmla="*/ 2147483647 h 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 h="2">
                <a:moveTo>
                  <a:pt x="0" y="2"/>
                </a:moveTo>
                <a:lnTo>
                  <a:pt x="0" y="2"/>
                </a:lnTo>
                <a:lnTo>
                  <a:pt x="2" y="2"/>
                </a:lnTo>
                <a:lnTo>
                  <a:pt x="2" y="0"/>
                </a:lnTo>
                <a:lnTo>
                  <a:pt x="0" y="2"/>
                </a:lnTo>
                <a:lnTo>
                  <a:pt x="2" y="2"/>
                </a:lnTo>
                <a:lnTo>
                  <a:pt x="0" y="2"/>
                </a:lnTo>
                <a:lnTo>
                  <a:pt x="2" y="2"/>
                </a:lnTo>
                <a:lnTo>
                  <a:pt x="0" y="2"/>
                </a:lnTo>
                <a:lnTo>
                  <a:pt x="2" y="2"/>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2" name="Freeform 1120"/>
          <p:cNvSpPr>
            <a:spLocks/>
          </p:cNvSpPr>
          <p:nvPr/>
        </p:nvSpPr>
        <p:spPr bwMode="auto">
          <a:xfrm>
            <a:off x="611720" y="463553"/>
            <a:ext cx="4233" cy="3175"/>
          </a:xfrm>
          <a:custGeom>
            <a:avLst/>
            <a:gdLst>
              <a:gd name="T0" fmla="*/ 0 w 2"/>
              <a:gd name="T1" fmla="*/ 0 h 2"/>
              <a:gd name="T2" fmla="*/ 0 w 2"/>
              <a:gd name="T3" fmla="*/ 2147483647 h 2"/>
              <a:gd name="T4" fmla="*/ 0 w 2"/>
              <a:gd name="T5" fmla="*/ 2147483647 h 2"/>
              <a:gd name="T6" fmla="*/ 0 w 2"/>
              <a:gd name="T7" fmla="*/ 2147483647 h 2"/>
              <a:gd name="T8" fmla="*/ 2147483647 w 2"/>
              <a:gd name="T9" fmla="*/ 2147483647 h 2"/>
              <a:gd name="T10" fmla="*/ 2147483647 w 2"/>
              <a:gd name="T11" fmla="*/ 0 h 2"/>
              <a:gd name="T12" fmla="*/ 2147483647 w 2"/>
              <a:gd name="T13" fmla="*/ 0 h 2"/>
              <a:gd name="T14" fmla="*/ 2147483647 w 2"/>
              <a:gd name="T15" fmla="*/ 0 h 2"/>
              <a:gd name="T16" fmla="*/ 0 w 2"/>
              <a:gd name="T17" fmla="*/ 0 h 2"/>
              <a:gd name="T18" fmla="*/ 0 w 2"/>
              <a:gd name="T19" fmla="*/ 2147483647 h 2"/>
              <a:gd name="T20" fmla="*/ 0 w 2"/>
              <a:gd name="T21" fmla="*/ 2147483647 h 2"/>
              <a:gd name="T22" fmla="*/ 2147483647 w 2"/>
              <a:gd name="T23" fmla="*/ 0 h 2"/>
              <a:gd name="T24" fmla="*/ 2147483647 w 2"/>
              <a:gd name="T25" fmla="*/ 0 h 2"/>
              <a:gd name="T26" fmla="*/ 2147483647 w 2"/>
              <a:gd name="T27" fmla="*/ 0 h 2"/>
              <a:gd name="T28" fmla="*/ 2147483647 w 2"/>
              <a:gd name="T29" fmla="*/ 2147483647 h 2"/>
              <a:gd name="T30" fmla="*/ 0 w 2"/>
              <a:gd name="T31" fmla="*/ 2147483647 h 2"/>
              <a:gd name="T32" fmla="*/ 0 w 2"/>
              <a:gd name="T33" fmla="*/ 2147483647 h 2"/>
              <a:gd name="T34" fmla="*/ 0 w 2"/>
              <a:gd name="T35" fmla="*/ 2147483647 h 2"/>
              <a:gd name="T36" fmla="*/ 0 w 2"/>
              <a:gd name="T37" fmla="*/ 2147483647 h 2"/>
              <a:gd name="T38" fmla="*/ 0 w 2"/>
              <a:gd name="T39" fmla="*/ 2147483647 h 2"/>
              <a:gd name="T40" fmla="*/ 0 w 2"/>
              <a:gd name="T41" fmla="*/ 2147483647 h 2"/>
              <a:gd name="T42" fmla="*/ 0 w 2"/>
              <a:gd name="T43" fmla="*/ 2147483647 h 2"/>
              <a:gd name="T44" fmla="*/ 0 w 2"/>
              <a:gd name="T45" fmla="*/ 2147483647 h 2"/>
              <a:gd name="T46" fmla="*/ 2147483647 w 2"/>
              <a:gd name="T47" fmla="*/ 2147483647 h 2"/>
              <a:gd name="T48" fmla="*/ 0 w 2"/>
              <a:gd name="T49" fmla="*/ 2147483647 h 2"/>
              <a:gd name="T50" fmla="*/ 0 w 2"/>
              <a:gd name="T51" fmla="*/ 2147483647 h 2"/>
              <a:gd name="T52" fmla="*/ 2147483647 w 2"/>
              <a:gd name="T53" fmla="*/ 2147483647 h 2"/>
              <a:gd name="T54" fmla="*/ 2147483647 w 2"/>
              <a:gd name="T55" fmla="*/ 2147483647 h 2"/>
              <a:gd name="T56" fmla="*/ 2147483647 w 2"/>
              <a:gd name="T57" fmla="*/ 0 h 2"/>
              <a:gd name="T58" fmla="*/ 0 w 2"/>
              <a:gd name="T59" fmla="*/ 0 h 2"/>
              <a:gd name="T60" fmla="*/ 0 w 2"/>
              <a:gd name="T61" fmla="*/ 0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0" y="0"/>
                </a:moveTo>
                <a:lnTo>
                  <a:pt x="0" y="2"/>
                </a:lnTo>
                <a:lnTo>
                  <a:pt x="2" y="2"/>
                </a:lnTo>
                <a:lnTo>
                  <a:pt x="2" y="0"/>
                </a:lnTo>
                <a:lnTo>
                  <a:pt x="0" y="0"/>
                </a:lnTo>
                <a:lnTo>
                  <a:pt x="0" y="2"/>
                </a:lnTo>
                <a:lnTo>
                  <a:pt x="2" y="0"/>
                </a:lnTo>
                <a:lnTo>
                  <a:pt x="2" y="2"/>
                </a:lnTo>
                <a:lnTo>
                  <a:pt x="0" y="2"/>
                </a:lnTo>
                <a:lnTo>
                  <a:pt x="2" y="2"/>
                </a:lnTo>
                <a:lnTo>
                  <a:pt x="0" y="2"/>
                </a:lnTo>
                <a:lnTo>
                  <a:pt x="2" y="2"/>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3" name="Freeform 1134"/>
          <p:cNvSpPr>
            <a:spLocks/>
          </p:cNvSpPr>
          <p:nvPr/>
        </p:nvSpPr>
        <p:spPr bwMode="auto">
          <a:xfrm>
            <a:off x="937686" y="514350"/>
            <a:ext cx="4233" cy="6350"/>
          </a:xfrm>
          <a:custGeom>
            <a:avLst/>
            <a:gdLst>
              <a:gd name="T0" fmla="*/ 2147483647 w 2"/>
              <a:gd name="T1" fmla="*/ 2147483647 h 4"/>
              <a:gd name="T2" fmla="*/ 2147483647 w 2"/>
              <a:gd name="T3" fmla="*/ 2147483647 h 4"/>
              <a:gd name="T4" fmla="*/ 2147483647 w 2"/>
              <a:gd name="T5" fmla="*/ 2147483647 h 4"/>
              <a:gd name="T6" fmla="*/ 2147483647 w 2"/>
              <a:gd name="T7" fmla="*/ 2147483647 h 4"/>
              <a:gd name="T8" fmla="*/ 2147483647 w 2"/>
              <a:gd name="T9" fmla="*/ 0 h 4"/>
              <a:gd name="T10" fmla="*/ 2147483647 w 2"/>
              <a:gd name="T11" fmla="*/ 0 h 4"/>
              <a:gd name="T12" fmla="*/ 2147483647 w 2"/>
              <a:gd name="T13" fmla="*/ 0 h 4"/>
              <a:gd name="T14" fmla="*/ 0 w 2"/>
              <a:gd name="T15" fmla="*/ 2147483647 h 4"/>
              <a:gd name="T16" fmla="*/ 2147483647 w 2"/>
              <a:gd name="T17" fmla="*/ 2147483647 h 4"/>
              <a:gd name="T18" fmla="*/ 2147483647 w 2"/>
              <a:gd name="T19" fmla="*/ 2147483647 h 4"/>
              <a:gd name="T20" fmla="*/ 2147483647 w 2"/>
              <a:gd name="T21" fmla="*/ 2147483647 h 4"/>
              <a:gd name="T22" fmla="*/ 2147483647 w 2"/>
              <a:gd name="T23" fmla="*/ 0 h 4"/>
              <a:gd name="T24" fmla="*/ 2147483647 w 2"/>
              <a:gd name="T25" fmla="*/ 2147483647 h 4"/>
              <a:gd name="T26" fmla="*/ 2147483647 w 2"/>
              <a:gd name="T27" fmla="*/ 2147483647 h 4"/>
              <a:gd name="T28" fmla="*/ 2147483647 w 2"/>
              <a:gd name="T29" fmla="*/ 2147483647 h 4"/>
              <a:gd name="T30" fmla="*/ 2147483647 w 2"/>
              <a:gd name="T31" fmla="*/ 2147483647 h 4"/>
              <a:gd name="T32" fmla="*/ 2147483647 w 2"/>
              <a:gd name="T33" fmla="*/ 2147483647 h 4"/>
              <a:gd name="T34" fmla="*/ 2147483647 w 2"/>
              <a:gd name="T35" fmla="*/ 2147483647 h 4"/>
              <a:gd name="T36" fmla="*/ 2147483647 w 2"/>
              <a:gd name="T37" fmla="*/ 2147483647 h 4"/>
              <a:gd name="T38" fmla="*/ 2147483647 w 2"/>
              <a:gd name="T39" fmla="*/ 2147483647 h 4"/>
              <a:gd name="T40" fmla="*/ 2147483647 w 2"/>
              <a:gd name="T41" fmla="*/ 2147483647 h 4"/>
              <a:gd name="T42" fmla="*/ 2147483647 w 2"/>
              <a:gd name="T43" fmla="*/ 2147483647 h 4"/>
              <a:gd name="T44" fmla="*/ 2147483647 w 2"/>
              <a:gd name="T45" fmla="*/ 2147483647 h 4"/>
              <a:gd name="T46" fmla="*/ 2147483647 w 2"/>
              <a:gd name="T47" fmla="*/ 2147483647 h 4"/>
              <a:gd name="T48" fmla="*/ 2147483647 w 2"/>
              <a:gd name="T49" fmla="*/ 2147483647 h 4"/>
              <a:gd name="T50" fmla="*/ 2147483647 w 2"/>
              <a:gd name="T51" fmla="*/ 2147483647 h 4"/>
              <a:gd name="T52" fmla="*/ 0 w 2"/>
              <a:gd name="T53" fmla="*/ 2147483647 h 4"/>
              <a:gd name="T54" fmla="*/ 2147483647 w 2"/>
              <a:gd name="T55" fmla="*/ 2147483647 h 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 h="4">
                <a:moveTo>
                  <a:pt x="2" y="4"/>
                </a:moveTo>
                <a:lnTo>
                  <a:pt x="2" y="4"/>
                </a:lnTo>
                <a:lnTo>
                  <a:pt x="2" y="2"/>
                </a:lnTo>
                <a:lnTo>
                  <a:pt x="2" y="0"/>
                </a:lnTo>
                <a:lnTo>
                  <a:pt x="0" y="2"/>
                </a:lnTo>
                <a:lnTo>
                  <a:pt x="2" y="4"/>
                </a:lnTo>
                <a:lnTo>
                  <a:pt x="2" y="2"/>
                </a:lnTo>
                <a:lnTo>
                  <a:pt x="2" y="0"/>
                </a:lnTo>
                <a:lnTo>
                  <a:pt x="2" y="2"/>
                </a:lnTo>
                <a:lnTo>
                  <a:pt x="0" y="2"/>
                </a:lnTo>
                <a:lnTo>
                  <a:pt x="2"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4" name="Freeform 1141"/>
          <p:cNvSpPr>
            <a:spLocks/>
          </p:cNvSpPr>
          <p:nvPr/>
        </p:nvSpPr>
        <p:spPr bwMode="auto">
          <a:xfrm>
            <a:off x="941919" y="479425"/>
            <a:ext cx="2116" cy="6350"/>
          </a:xfrm>
          <a:custGeom>
            <a:avLst/>
            <a:gdLst>
              <a:gd name="T0" fmla="*/ 0 w 1587"/>
              <a:gd name="T1" fmla="*/ 2147483647 h 4"/>
              <a:gd name="T2" fmla="*/ 0 w 1587"/>
              <a:gd name="T3" fmla="*/ 2147483647 h 4"/>
              <a:gd name="T4" fmla="*/ 0 w 1587"/>
              <a:gd name="T5" fmla="*/ 0 h 4"/>
              <a:gd name="T6" fmla="*/ 0 w 1587"/>
              <a:gd name="T7" fmla="*/ 0 h 4"/>
              <a:gd name="T8" fmla="*/ 0 w 1587"/>
              <a:gd name="T9" fmla="*/ 2147483647 h 4"/>
              <a:gd name="T10" fmla="*/ 0 w 1587"/>
              <a:gd name="T11" fmla="*/ 2147483647 h 4"/>
              <a:gd name="T12" fmla="*/ 0 w 1587"/>
              <a:gd name="T13" fmla="*/ 2147483647 h 4"/>
              <a:gd name="T14" fmla="*/ 0 w 1587"/>
              <a:gd name="T15" fmla="*/ 2147483647 h 4"/>
              <a:gd name="T16" fmla="*/ 0 w 1587"/>
              <a:gd name="T17" fmla="*/ 2147483647 h 4"/>
              <a:gd name="T18" fmla="*/ 0 w 1587"/>
              <a:gd name="T19" fmla="*/ 2147483647 h 4"/>
              <a:gd name="T20" fmla="*/ 0 w 1587"/>
              <a:gd name="T21" fmla="*/ 2147483647 h 4"/>
              <a:gd name="T22" fmla="*/ 0 w 1587"/>
              <a:gd name="T23" fmla="*/ 2147483647 h 4"/>
              <a:gd name="T24" fmla="*/ 0 w 1587"/>
              <a:gd name="T25" fmla="*/ 2147483647 h 4"/>
              <a:gd name="T26" fmla="*/ 0 w 1587"/>
              <a:gd name="T27" fmla="*/ 2147483647 h 4"/>
              <a:gd name="T28" fmla="*/ 0 w 1587"/>
              <a:gd name="T29" fmla="*/ 2147483647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587" h="4">
                <a:moveTo>
                  <a:pt x="0" y="4"/>
                </a:moveTo>
                <a:lnTo>
                  <a:pt x="0" y="2"/>
                </a:lnTo>
                <a:lnTo>
                  <a:pt x="0" y="0"/>
                </a:lnTo>
                <a:lnTo>
                  <a:pt x="0" y="2"/>
                </a:lnTo>
                <a:lnTo>
                  <a:pt x="0" y="4"/>
                </a:lnTo>
                <a:lnTo>
                  <a:pt x="0"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5" name="Freeform 1148"/>
          <p:cNvSpPr>
            <a:spLocks/>
          </p:cNvSpPr>
          <p:nvPr/>
        </p:nvSpPr>
        <p:spPr bwMode="auto">
          <a:xfrm>
            <a:off x="924986" y="460376"/>
            <a:ext cx="4233" cy="3175"/>
          </a:xfrm>
          <a:custGeom>
            <a:avLst/>
            <a:gdLst>
              <a:gd name="T0" fmla="*/ 2147483647 w 2"/>
              <a:gd name="T1" fmla="*/ 2147483647 h 2"/>
              <a:gd name="T2" fmla="*/ 2147483647 w 2"/>
              <a:gd name="T3" fmla="*/ 0 h 2"/>
              <a:gd name="T4" fmla="*/ 2147483647 w 2"/>
              <a:gd name="T5" fmla="*/ 0 h 2"/>
              <a:gd name="T6" fmla="*/ 2147483647 w 2"/>
              <a:gd name="T7" fmla="*/ 0 h 2"/>
              <a:gd name="T8" fmla="*/ 2147483647 w 2"/>
              <a:gd name="T9" fmla="*/ 0 h 2"/>
              <a:gd name="T10" fmla="*/ 0 w 2"/>
              <a:gd name="T11" fmla="*/ 0 h 2"/>
              <a:gd name="T12" fmla="*/ 0 w 2"/>
              <a:gd name="T13" fmla="*/ 0 h 2"/>
              <a:gd name="T14" fmla="*/ 0 w 2"/>
              <a:gd name="T15" fmla="*/ 2147483647 h 2"/>
              <a:gd name="T16" fmla="*/ 0 w 2"/>
              <a:gd name="T17" fmla="*/ 2147483647 h 2"/>
              <a:gd name="T18" fmla="*/ 0 w 2"/>
              <a:gd name="T19" fmla="*/ 2147483647 h 2"/>
              <a:gd name="T20" fmla="*/ 2147483647 w 2"/>
              <a:gd name="T21" fmla="*/ 2147483647 h 2"/>
              <a:gd name="T22" fmla="*/ 2147483647 w 2"/>
              <a:gd name="T23" fmla="*/ 2147483647 h 2"/>
              <a:gd name="T24" fmla="*/ 2147483647 w 2"/>
              <a:gd name="T25" fmla="*/ 0 h 2"/>
              <a:gd name="T26" fmla="*/ 2147483647 w 2"/>
              <a:gd name="T27" fmla="*/ 0 h 2"/>
              <a:gd name="T28" fmla="*/ 2147483647 w 2"/>
              <a:gd name="T29" fmla="*/ 0 h 2"/>
              <a:gd name="T30" fmla="*/ 0 w 2"/>
              <a:gd name="T31" fmla="*/ 2147483647 h 2"/>
              <a:gd name="T32" fmla="*/ 2147483647 w 2"/>
              <a:gd name="T33" fmla="*/ 2147483647 h 2"/>
              <a:gd name="T34" fmla="*/ 2147483647 w 2"/>
              <a:gd name="T35" fmla="*/ 0 h 2"/>
              <a:gd name="T36" fmla="*/ 0 w 2"/>
              <a:gd name="T37" fmla="*/ 2147483647 h 2"/>
              <a:gd name="T38" fmla="*/ 2147483647 w 2"/>
              <a:gd name="T39" fmla="*/ 2147483647 h 2"/>
              <a:gd name="T40" fmla="*/ 0 w 2"/>
              <a:gd name="T41" fmla="*/ 2147483647 h 2"/>
              <a:gd name="T42" fmla="*/ 0 w 2"/>
              <a:gd name="T43" fmla="*/ 2147483647 h 2"/>
              <a:gd name="T44" fmla="*/ 0 w 2"/>
              <a:gd name="T45" fmla="*/ 2147483647 h 2"/>
              <a:gd name="T46" fmla="*/ 0 w 2"/>
              <a:gd name="T47" fmla="*/ 2147483647 h 2"/>
              <a:gd name="T48" fmla="*/ 0 w 2"/>
              <a:gd name="T49" fmla="*/ 2147483647 h 2"/>
              <a:gd name="T50" fmla="*/ 0 w 2"/>
              <a:gd name="T51" fmla="*/ 2147483647 h 2"/>
              <a:gd name="T52" fmla="*/ 0 w 2"/>
              <a:gd name="T53" fmla="*/ 2147483647 h 2"/>
              <a:gd name="T54" fmla="*/ 0 w 2"/>
              <a:gd name="T55" fmla="*/ 2147483647 h 2"/>
              <a:gd name="T56" fmla="*/ 0 w 2"/>
              <a:gd name="T57" fmla="*/ 2147483647 h 2"/>
              <a:gd name="T58" fmla="*/ 2147483647 w 2"/>
              <a:gd name="T59" fmla="*/ 2147483647 h 2"/>
              <a:gd name="T60" fmla="*/ 2147483647 w 2"/>
              <a:gd name="T61" fmla="*/ 2147483647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2" y="2"/>
                </a:moveTo>
                <a:lnTo>
                  <a:pt x="2" y="0"/>
                </a:lnTo>
                <a:lnTo>
                  <a:pt x="0" y="0"/>
                </a:lnTo>
                <a:lnTo>
                  <a:pt x="0" y="2"/>
                </a:lnTo>
                <a:lnTo>
                  <a:pt x="2" y="2"/>
                </a:lnTo>
                <a:lnTo>
                  <a:pt x="2" y="0"/>
                </a:lnTo>
                <a:lnTo>
                  <a:pt x="0" y="2"/>
                </a:lnTo>
                <a:lnTo>
                  <a:pt x="2" y="2"/>
                </a:lnTo>
                <a:lnTo>
                  <a:pt x="2" y="0"/>
                </a:lnTo>
                <a:lnTo>
                  <a:pt x="0" y="2"/>
                </a:lnTo>
                <a:lnTo>
                  <a:pt x="2" y="2"/>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6" name="Freeform 1150"/>
          <p:cNvSpPr>
            <a:spLocks/>
          </p:cNvSpPr>
          <p:nvPr/>
        </p:nvSpPr>
        <p:spPr bwMode="auto">
          <a:xfrm>
            <a:off x="912286" y="447677"/>
            <a:ext cx="2116" cy="3175"/>
          </a:xfrm>
          <a:custGeom>
            <a:avLst/>
            <a:gdLst>
              <a:gd name="T0" fmla="*/ 0 w 1587"/>
              <a:gd name="T1" fmla="*/ 2147483647 h 2"/>
              <a:gd name="T2" fmla="*/ 0 w 1587"/>
              <a:gd name="T3" fmla="*/ 0 h 2"/>
              <a:gd name="T4" fmla="*/ 0 w 1587"/>
              <a:gd name="T5" fmla="*/ 2147483647 h 2"/>
              <a:gd name="T6" fmla="*/ 0 60000 65536"/>
              <a:gd name="T7" fmla="*/ 0 60000 65536"/>
              <a:gd name="T8" fmla="*/ 0 60000 65536"/>
            </a:gdLst>
            <a:ahLst/>
            <a:cxnLst>
              <a:cxn ang="T6">
                <a:pos x="T0" y="T1"/>
              </a:cxn>
              <a:cxn ang="T7">
                <a:pos x="T2" y="T3"/>
              </a:cxn>
              <a:cxn ang="T8">
                <a:pos x="T4" y="T5"/>
              </a:cxn>
            </a:cxnLst>
            <a:rect l="0" t="0" r="r" b="b"/>
            <a:pathLst>
              <a:path w="1587" h="2">
                <a:moveTo>
                  <a:pt x="0" y="2"/>
                </a:move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7" name="Freeform 1152"/>
          <p:cNvSpPr>
            <a:spLocks/>
          </p:cNvSpPr>
          <p:nvPr/>
        </p:nvSpPr>
        <p:spPr bwMode="auto">
          <a:xfrm>
            <a:off x="912286" y="447677"/>
            <a:ext cx="4233" cy="3175"/>
          </a:xfrm>
          <a:custGeom>
            <a:avLst/>
            <a:gdLst>
              <a:gd name="T0" fmla="*/ 2147483647 w 2"/>
              <a:gd name="T1" fmla="*/ 0 h 2"/>
              <a:gd name="T2" fmla="*/ 0 w 2"/>
              <a:gd name="T3" fmla="*/ 0 h 2"/>
              <a:gd name="T4" fmla="*/ 0 w 2"/>
              <a:gd name="T5" fmla="*/ 0 h 2"/>
              <a:gd name="T6" fmla="*/ 0 w 2"/>
              <a:gd name="T7" fmla="*/ 0 h 2"/>
              <a:gd name="T8" fmla="*/ 0 w 2"/>
              <a:gd name="T9" fmla="*/ 2147483647 h 2"/>
              <a:gd name="T10" fmla="*/ 2147483647 w 2"/>
              <a:gd name="T11" fmla="*/ 2147483647 h 2"/>
              <a:gd name="T12" fmla="*/ 2147483647 w 2"/>
              <a:gd name="T13" fmla="*/ 0 h 2"/>
              <a:gd name="T14" fmla="*/ 0 w 2"/>
              <a:gd name="T15" fmla="*/ 0 h 2"/>
              <a:gd name="T16" fmla="*/ 0 w 2"/>
              <a:gd name="T17" fmla="*/ 0 h 2"/>
              <a:gd name="T18" fmla="*/ 0 w 2"/>
              <a:gd name="T19" fmla="*/ 0 h 2"/>
              <a:gd name="T20" fmla="*/ 0 w 2"/>
              <a:gd name="T21" fmla="*/ 2147483647 h 2"/>
              <a:gd name="T22" fmla="*/ 2147483647 w 2"/>
              <a:gd name="T23" fmla="*/ 2147483647 h 2"/>
              <a:gd name="T24" fmla="*/ 2147483647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0" y="0"/>
                </a:lnTo>
                <a:lnTo>
                  <a:pt x="0" y="2"/>
                </a:lnTo>
                <a:lnTo>
                  <a:pt x="2" y="2"/>
                </a:lnTo>
                <a:lnTo>
                  <a:pt x="2" y="0"/>
                </a:lnTo>
                <a:lnTo>
                  <a:pt x="0" y="0"/>
                </a:lnTo>
                <a:lnTo>
                  <a:pt x="0" y="2"/>
                </a:lnTo>
                <a:lnTo>
                  <a:pt x="2"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8" name="Freeform 1154"/>
          <p:cNvSpPr>
            <a:spLocks/>
          </p:cNvSpPr>
          <p:nvPr/>
        </p:nvSpPr>
        <p:spPr bwMode="auto">
          <a:xfrm>
            <a:off x="886886" y="434975"/>
            <a:ext cx="4233" cy="1588"/>
          </a:xfrm>
          <a:custGeom>
            <a:avLst/>
            <a:gdLst>
              <a:gd name="T0" fmla="*/ 2147483647 w 2"/>
              <a:gd name="T1" fmla="*/ 0 h 1588"/>
              <a:gd name="T2" fmla="*/ 0 w 2"/>
              <a:gd name="T3" fmla="*/ 0 h 1588"/>
              <a:gd name="T4" fmla="*/ 2147483647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9" name="Freeform 1156"/>
          <p:cNvSpPr>
            <a:spLocks/>
          </p:cNvSpPr>
          <p:nvPr/>
        </p:nvSpPr>
        <p:spPr bwMode="auto">
          <a:xfrm>
            <a:off x="886886" y="431801"/>
            <a:ext cx="4233" cy="3175"/>
          </a:xfrm>
          <a:custGeom>
            <a:avLst/>
            <a:gdLst>
              <a:gd name="T0" fmla="*/ 2147483647 w 2"/>
              <a:gd name="T1" fmla="*/ 2147483647 h 2"/>
              <a:gd name="T2" fmla="*/ 0 w 2"/>
              <a:gd name="T3" fmla="*/ 0 h 2"/>
              <a:gd name="T4" fmla="*/ 0 w 2"/>
              <a:gd name="T5" fmla="*/ 0 h 2"/>
              <a:gd name="T6" fmla="*/ 0 w 2"/>
              <a:gd name="T7" fmla="*/ 2147483647 h 2"/>
              <a:gd name="T8" fmla="*/ 2147483647 w 2"/>
              <a:gd name="T9" fmla="*/ 2147483647 h 2"/>
              <a:gd name="T10" fmla="*/ 2147483647 w 2"/>
              <a:gd name="T11" fmla="*/ 2147483647 h 2"/>
              <a:gd name="T12" fmla="*/ 2147483647 w 2"/>
              <a:gd name="T13" fmla="*/ 2147483647 h 2"/>
              <a:gd name="T14" fmla="*/ 0 w 2"/>
              <a:gd name="T15" fmla="*/ 0 h 2"/>
              <a:gd name="T16" fmla="*/ 0 w 2"/>
              <a:gd name="T17" fmla="*/ 0 h 2"/>
              <a:gd name="T18" fmla="*/ 0 w 2"/>
              <a:gd name="T19" fmla="*/ 2147483647 h 2"/>
              <a:gd name="T20" fmla="*/ 2147483647 w 2"/>
              <a:gd name="T21" fmla="*/ 2147483647 h 2"/>
              <a:gd name="T22" fmla="*/ 2147483647 w 2"/>
              <a:gd name="T23" fmla="*/ 2147483647 h 2"/>
              <a:gd name="T24" fmla="*/ 2147483647 w 2"/>
              <a:gd name="T25" fmla="*/ 2147483647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2"/>
                </a:moveTo>
                <a:lnTo>
                  <a:pt x="0" y="0"/>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0" name="Freeform 1163"/>
          <p:cNvSpPr>
            <a:spLocks/>
          </p:cNvSpPr>
          <p:nvPr/>
        </p:nvSpPr>
        <p:spPr bwMode="auto">
          <a:xfrm>
            <a:off x="814917" y="415928"/>
            <a:ext cx="8467" cy="3175"/>
          </a:xfrm>
          <a:custGeom>
            <a:avLst/>
            <a:gdLst>
              <a:gd name="T0" fmla="*/ 2147483647 w 4"/>
              <a:gd name="T1" fmla="*/ 2147483647 h 2"/>
              <a:gd name="T2" fmla="*/ 2147483647 w 4"/>
              <a:gd name="T3" fmla="*/ 2147483647 h 2"/>
              <a:gd name="T4" fmla="*/ 2147483647 w 4"/>
              <a:gd name="T5" fmla="*/ 2147483647 h 2"/>
              <a:gd name="T6" fmla="*/ 2147483647 w 4"/>
              <a:gd name="T7" fmla="*/ 0 h 2"/>
              <a:gd name="T8" fmla="*/ 2147483647 w 4"/>
              <a:gd name="T9" fmla="*/ 0 h 2"/>
              <a:gd name="T10" fmla="*/ 2147483647 w 4"/>
              <a:gd name="T11" fmla="*/ 0 h 2"/>
              <a:gd name="T12" fmla="*/ 2147483647 w 4"/>
              <a:gd name="T13" fmla="*/ 0 h 2"/>
              <a:gd name="T14" fmla="*/ 0 w 4"/>
              <a:gd name="T15" fmla="*/ 2147483647 h 2"/>
              <a:gd name="T16" fmla="*/ 2147483647 w 4"/>
              <a:gd name="T17" fmla="*/ 2147483647 h 2"/>
              <a:gd name="T18" fmla="*/ 2147483647 w 4"/>
              <a:gd name="T19" fmla="*/ 0 h 2"/>
              <a:gd name="T20" fmla="*/ 2147483647 w 4"/>
              <a:gd name="T21" fmla="*/ 2147483647 h 2"/>
              <a:gd name="T22" fmla="*/ 2147483647 w 4"/>
              <a:gd name="T23" fmla="*/ 0 h 2"/>
              <a:gd name="T24" fmla="*/ 2147483647 w 4"/>
              <a:gd name="T25" fmla="*/ 0 h 2"/>
              <a:gd name="T26" fmla="*/ 2147483647 w 4"/>
              <a:gd name="T27" fmla="*/ 0 h 2"/>
              <a:gd name="T28" fmla="*/ 2147483647 w 4"/>
              <a:gd name="T29" fmla="*/ 0 h 2"/>
              <a:gd name="T30" fmla="*/ 0 w 4"/>
              <a:gd name="T31" fmla="*/ 0 h 2"/>
              <a:gd name="T32" fmla="*/ 2147483647 w 4"/>
              <a:gd name="T33" fmla="*/ 2147483647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 h="2">
                <a:moveTo>
                  <a:pt x="2" y="2"/>
                </a:moveTo>
                <a:lnTo>
                  <a:pt x="2" y="2"/>
                </a:lnTo>
                <a:lnTo>
                  <a:pt x="4" y="2"/>
                </a:lnTo>
                <a:lnTo>
                  <a:pt x="4" y="0"/>
                </a:lnTo>
                <a:lnTo>
                  <a:pt x="2" y="0"/>
                </a:lnTo>
                <a:lnTo>
                  <a:pt x="0" y="2"/>
                </a:lnTo>
                <a:lnTo>
                  <a:pt x="2" y="2"/>
                </a:lnTo>
                <a:lnTo>
                  <a:pt x="2" y="0"/>
                </a:lnTo>
                <a:lnTo>
                  <a:pt x="4" y="2"/>
                </a:lnTo>
                <a:lnTo>
                  <a:pt x="4" y="0"/>
                </a:lnTo>
                <a:lnTo>
                  <a:pt x="2" y="0"/>
                </a:lnTo>
                <a:lnTo>
                  <a:pt x="0" y="0"/>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1" name="Freeform 1172"/>
          <p:cNvSpPr>
            <a:spLocks/>
          </p:cNvSpPr>
          <p:nvPr/>
        </p:nvSpPr>
        <p:spPr bwMode="auto">
          <a:xfrm>
            <a:off x="776820" y="476253"/>
            <a:ext cx="4233" cy="3175"/>
          </a:xfrm>
          <a:custGeom>
            <a:avLst/>
            <a:gdLst>
              <a:gd name="T0" fmla="*/ 0 w 2"/>
              <a:gd name="T1" fmla="*/ 2147483647 h 2"/>
              <a:gd name="T2" fmla="*/ 0 w 2"/>
              <a:gd name="T3" fmla="*/ 2147483647 h 2"/>
              <a:gd name="T4" fmla="*/ 2147483647 w 2"/>
              <a:gd name="T5" fmla="*/ 2147483647 h 2"/>
              <a:gd name="T6" fmla="*/ 0 w 2"/>
              <a:gd name="T7" fmla="*/ 0 h 2"/>
              <a:gd name="T8" fmla="*/ 0 w 2"/>
              <a:gd name="T9" fmla="*/ 0 h 2"/>
              <a:gd name="T10" fmla="*/ 0 w 2"/>
              <a:gd name="T11" fmla="*/ 0 h 2"/>
              <a:gd name="T12" fmla="*/ 0 w 2"/>
              <a:gd name="T13" fmla="*/ 2147483647 h 2"/>
              <a:gd name="T14" fmla="*/ 0 w 2"/>
              <a:gd name="T15" fmla="*/ 2147483647 h 2"/>
              <a:gd name="T16" fmla="*/ 0 w 2"/>
              <a:gd name="T17" fmla="*/ 2147483647 h 2"/>
              <a:gd name="T18" fmla="*/ 0 w 2"/>
              <a:gd name="T19" fmla="*/ 2147483647 h 2"/>
              <a:gd name="T20" fmla="*/ 0 w 2"/>
              <a:gd name="T21" fmla="*/ 2147483647 h 2"/>
              <a:gd name="T22" fmla="*/ 0 w 2"/>
              <a:gd name="T23" fmla="*/ 2147483647 h 2"/>
              <a:gd name="T24" fmla="*/ 0 w 2"/>
              <a:gd name="T25" fmla="*/ 2147483647 h 2"/>
              <a:gd name="T26" fmla="*/ 0 w 2"/>
              <a:gd name="T27" fmla="*/ 2147483647 h 2"/>
              <a:gd name="T28" fmla="*/ 0 w 2"/>
              <a:gd name="T29" fmla="*/ 2147483647 h 2"/>
              <a:gd name="T30" fmla="*/ 0 w 2"/>
              <a:gd name="T31" fmla="*/ 2147483647 h 2"/>
              <a:gd name="T32" fmla="*/ 0 w 2"/>
              <a:gd name="T33" fmla="*/ 2147483647 h 2"/>
              <a:gd name="T34" fmla="*/ 0 w 2"/>
              <a:gd name="T35" fmla="*/ 2147483647 h 2"/>
              <a:gd name="T36" fmla="*/ 0 w 2"/>
              <a:gd name="T37" fmla="*/ 2147483647 h 2"/>
              <a:gd name="T38" fmla="*/ 0 w 2"/>
              <a:gd name="T39" fmla="*/ 2147483647 h 2"/>
              <a:gd name="T40" fmla="*/ 0 w 2"/>
              <a:gd name="T41" fmla="*/ 2147483647 h 2"/>
              <a:gd name="T42" fmla="*/ 0 w 2"/>
              <a:gd name="T43" fmla="*/ 2147483647 h 2"/>
              <a:gd name="T44" fmla="*/ 0 w 2"/>
              <a:gd name="T45" fmla="*/ 2147483647 h 2"/>
              <a:gd name="T46" fmla="*/ 0 w 2"/>
              <a:gd name="T47" fmla="*/ 2147483647 h 2"/>
              <a:gd name="T48" fmla="*/ 0 w 2"/>
              <a:gd name="T49" fmla="*/ 2147483647 h 2"/>
              <a:gd name="T50" fmla="*/ 0 w 2"/>
              <a:gd name="T51" fmla="*/ 2147483647 h 2"/>
              <a:gd name="T52" fmla="*/ 0 w 2"/>
              <a:gd name="T53" fmla="*/ 2147483647 h 2"/>
              <a:gd name="T54" fmla="*/ 0 w 2"/>
              <a:gd name="T55" fmla="*/ 2147483647 h 2"/>
              <a:gd name="T56" fmla="*/ 0 w 2"/>
              <a:gd name="T57" fmla="*/ 2147483647 h 2"/>
              <a:gd name="T58" fmla="*/ 0 w 2"/>
              <a:gd name="T59" fmla="*/ 2147483647 h 2"/>
              <a:gd name="T60" fmla="*/ 0 w 2"/>
              <a:gd name="T61" fmla="*/ 2147483647 h 2"/>
              <a:gd name="T62" fmla="*/ 0 w 2"/>
              <a:gd name="T63" fmla="*/ 2147483647 h 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2">
                <a:moveTo>
                  <a:pt x="0" y="2"/>
                </a:moveTo>
                <a:lnTo>
                  <a:pt x="0" y="2"/>
                </a:ln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2" name="Freeform 1177"/>
          <p:cNvSpPr>
            <a:spLocks/>
          </p:cNvSpPr>
          <p:nvPr/>
        </p:nvSpPr>
        <p:spPr bwMode="auto">
          <a:xfrm>
            <a:off x="742953" y="534991"/>
            <a:ext cx="4233" cy="3175"/>
          </a:xfrm>
          <a:custGeom>
            <a:avLst/>
            <a:gdLst>
              <a:gd name="T0" fmla="*/ 0 w 2"/>
              <a:gd name="T1" fmla="*/ 2147483647 h 2"/>
              <a:gd name="T2" fmla="*/ 2147483647 w 2"/>
              <a:gd name="T3" fmla="*/ 2147483647 h 2"/>
              <a:gd name="T4" fmla="*/ 2147483647 w 2"/>
              <a:gd name="T5" fmla="*/ 2147483647 h 2"/>
              <a:gd name="T6" fmla="*/ 2147483647 w 2"/>
              <a:gd name="T7" fmla="*/ 0 h 2"/>
              <a:gd name="T8" fmla="*/ 2147483647 w 2"/>
              <a:gd name="T9" fmla="*/ 0 h 2"/>
              <a:gd name="T10" fmla="*/ 2147483647 w 2"/>
              <a:gd name="T11" fmla="*/ 0 h 2"/>
              <a:gd name="T12" fmla="*/ 0 w 2"/>
              <a:gd name="T13" fmla="*/ 0 h 2"/>
              <a:gd name="T14" fmla="*/ 0 w 2"/>
              <a:gd name="T15" fmla="*/ 0 h 2"/>
              <a:gd name="T16" fmla="*/ 0 w 2"/>
              <a:gd name="T17" fmla="*/ 0 h 2"/>
              <a:gd name="T18" fmla="*/ 0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2147483647 h 2"/>
              <a:gd name="T40" fmla="*/ 0 w 2"/>
              <a:gd name="T41" fmla="*/ 2147483647 h 2"/>
              <a:gd name="T42" fmla="*/ 2147483647 w 2"/>
              <a:gd name="T43" fmla="*/ 2147483647 h 2"/>
              <a:gd name="T44" fmla="*/ 2147483647 w 2"/>
              <a:gd name="T45" fmla="*/ 0 h 2"/>
              <a:gd name="T46" fmla="*/ 2147483647 w 2"/>
              <a:gd name="T47" fmla="*/ 0 h 2"/>
              <a:gd name="T48" fmla="*/ 2147483647 w 2"/>
              <a:gd name="T49" fmla="*/ 0 h 2"/>
              <a:gd name="T50" fmla="*/ 2147483647 w 2"/>
              <a:gd name="T51" fmla="*/ 0 h 2"/>
              <a:gd name="T52" fmla="*/ 2147483647 w 2"/>
              <a:gd name="T53" fmla="*/ 0 h 2"/>
              <a:gd name="T54" fmla="*/ 2147483647 w 2"/>
              <a:gd name="T55" fmla="*/ 0 h 2"/>
              <a:gd name="T56" fmla="*/ 2147483647 w 2"/>
              <a:gd name="T57" fmla="*/ 0 h 2"/>
              <a:gd name="T58" fmla="*/ 2147483647 w 2"/>
              <a:gd name="T59" fmla="*/ 0 h 2"/>
              <a:gd name="T60" fmla="*/ 2147483647 w 2"/>
              <a:gd name="T61" fmla="*/ 0 h 2"/>
              <a:gd name="T62" fmla="*/ 2147483647 w 2"/>
              <a:gd name="T63" fmla="*/ 0 h 2"/>
              <a:gd name="T64" fmla="*/ 2147483647 w 2"/>
              <a:gd name="T65" fmla="*/ 0 h 2"/>
              <a:gd name="T66" fmla="*/ 2147483647 w 2"/>
              <a:gd name="T67" fmla="*/ 2147483647 h 2"/>
              <a:gd name="T68" fmla="*/ 2147483647 w 2"/>
              <a:gd name="T69" fmla="*/ 0 h 2"/>
              <a:gd name="T70" fmla="*/ 2147483647 w 2"/>
              <a:gd name="T71" fmla="*/ 0 h 2"/>
              <a:gd name="T72" fmla="*/ 0 w 2"/>
              <a:gd name="T73" fmla="*/ 0 h 2"/>
              <a:gd name="T74" fmla="*/ 0 w 2"/>
              <a:gd name="T75" fmla="*/ 0 h 2"/>
              <a:gd name="T76" fmla="*/ 0 w 2"/>
              <a:gd name="T77" fmla="*/ 2147483647 h 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 h="2">
                <a:moveTo>
                  <a:pt x="0" y="2"/>
                </a:moveTo>
                <a:lnTo>
                  <a:pt x="2" y="2"/>
                </a:lnTo>
                <a:lnTo>
                  <a:pt x="2" y="0"/>
                </a:lnTo>
                <a:lnTo>
                  <a:pt x="0" y="0"/>
                </a:lnTo>
                <a:lnTo>
                  <a:pt x="0" y="2"/>
                </a:lnTo>
                <a:lnTo>
                  <a:pt x="2" y="2"/>
                </a:lnTo>
                <a:lnTo>
                  <a:pt x="2" y="0"/>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3" name="Freeform 1180"/>
          <p:cNvSpPr>
            <a:spLocks/>
          </p:cNvSpPr>
          <p:nvPr/>
        </p:nvSpPr>
        <p:spPr bwMode="auto">
          <a:xfrm>
            <a:off x="747186" y="530228"/>
            <a:ext cx="4233" cy="4763"/>
          </a:xfrm>
          <a:custGeom>
            <a:avLst/>
            <a:gdLst>
              <a:gd name="T0" fmla="*/ 0 w 2"/>
              <a:gd name="T1" fmla="*/ 2147483647 h 3"/>
              <a:gd name="T2" fmla="*/ 0 w 2"/>
              <a:gd name="T3" fmla="*/ 2147483647 h 3"/>
              <a:gd name="T4" fmla="*/ 2147483647 w 2"/>
              <a:gd name="T5" fmla="*/ 2147483647 h 3"/>
              <a:gd name="T6" fmla="*/ 2147483647 w 2"/>
              <a:gd name="T7" fmla="*/ 2147483647 h 3"/>
              <a:gd name="T8" fmla="*/ 0 w 2"/>
              <a:gd name="T9" fmla="*/ 0 h 3"/>
              <a:gd name="T10" fmla="*/ 0 w 2"/>
              <a:gd name="T11" fmla="*/ 0 h 3"/>
              <a:gd name="T12" fmla="*/ 0 w 2"/>
              <a:gd name="T13" fmla="*/ 0 h 3"/>
              <a:gd name="T14" fmla="*/ 0 w 2"/>
              <a:gd name="T15" fmla="*/ 2147483647 h 3"/>
              <a:gd name="T16" fmla="*/ 0 w 2"/>
              <a:gd name="T17" fmla="*/ 2147483647 h 3"/>
              <a:gd name="T18" fmla="*/ 0 w 2"/>
              <a:gd name="T19" fmla="*/ 2147483647 h 3"/>
              <a:gd name="T20" fmla="*/ 0 w 2"/>
              <a:gd name="T21" fmla="*/ 2147483647 h 3"/>
              <a:gd name="T22" fmla="*/ 0 w 2"/>
              <a:gd name="T23" fmla="*/ 0 h 3"/>
              <a:gd name="T24" fmla="*/ 0 w 2"/>
              <a:gd name="T25" fmla="*/ 2147483647 h 3"/>
              <a:gd name="T26" fmla="*/ 0 w 2"/>
              <a:gd name="T27" fmla="*/ 2147483647 h 3"/>
              <a:gd name="T28" fmla="*/ 0 w 2"/>
              <a:gd name="T29" fmla="*/ 2147483647 h 3"/>
              <a:gd name="T30" fmla="*/ 0 w 2"/>
              <a:gd name="T31" fmla="*/ 2147483647 h 3"/>
              <a:gd name="T32" fmla="*/ 0 w 2"/>
              <a:gd name="T33" fmla="*/ 2147483647 h 3"/>
              <a:gd name="T34" fmla="*/ 0 w 2"/>
              <a:gd name="T35" fmla="*/ 2147483647 h 3"/>
              <a:gd name="T36" fmla="*/ 0 w 2"/>
              <a:gd name="T37" fmla="*/ 2147483647 h 3"/>
              <a:gd name="T38" fmla="*/ 0 w 2"/>
              <a:gd name="T39" fmla="*/ 2147483647 h 3"/>
              <a:gd name="T40" fmla="*/ 0 w 2"/>
              <a:gd name="T41" fmla="*/ 2147483647 h 3"/>
              <a:gd name="T42" fmla="*/ 0 w 2"/>
              <a:gd name="T43" fmla="*/ 2147483647 h 3"/>
              <a:gd name="T44" fmla="*/ 0 w 2"/>
              <a:gd name="T45" fmla="*/ 2147483647 h 3"/>
              <a:gd name="T46" fmla="*/ 0 w 2"/>
              <a:gd name="T47" fmla="*/ 2147483647 h 3"/>
              <a:gd name="T48" fmla="*/ 0 w 2"/>
              <a:gd name="T49" fmla="*/ 2147483647 h 3"/>
              <a:gd name="T50" fmla="*/ 0 w 2"/>
              <a:gd name="T51" fmla="*/ 2147483647 h 3"/>
              <a:gd name="T52" fmla="*/ 0 w 2"/>
              <a:gd name="T53" fmla="*/ 2147483647 h 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 h="3">
                <a:moveTo>
                  <a:pt x="0" y="3"/>
                </a:moveTo>
                <a:lnTo>
                  <a:pt x="0" y="3"/>
                </a:lnTo>
                <a:lnTo>
                  <a:pt x="2" y="3"/>
                </a:lnTo>
                <a:lnTo>
                  <a:pt x="0" y="0"/>
                </a:lnTo>
                <a:lnTo>
                  <a:pt x="0" y="3"/>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4" name="Line 1187"/>
          <p:cNvSpPr>
            <a:spLocks noChangeShapeType="1"/>
          </p:cNvSpPr>
          <p:nvPr/>
        </p:nvSpPr>
        <p:spPr bwMode="auto">
          <a:xfrm>
            <a:off x="759886"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5" name="Line 1188"/>
          <p:cNvSpPr>
            <a:spLocks noChangeShapeType="1"/>
          </p:cNvSpPr>
          <p:nvPr/>
        </p:nvSpPr>
        <p:spPr bwMode="auto">
          <a:xfrm>
            <a:off x="759886"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6" name="Freeform 1208"/>
          <p:cNvSpPr>
            <a:spLocks/>
          </p:cNvSpPr>
          <p:nvPr/>
        </p:nvSpPr>
        <p:spPr bwMode="auto">
          <a:xfrm>
            <a:off x="793751" y="557216"/>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7" name="Freeform 1210"/>
          <p:cNvSpPr>
            <a:spLocks/>
          </p:cNvSpPr>
          <p:nvPr/>
        </p:nvSpPr>
        <p:spPr bwMode="auto">
          <a:xfrm>
            <a:off x="793753" y="557216"/>
            <a:ext cx="4233" cy="3175"/>
          </a:xfrm>
          <a:custGeom>
            <a:avLst/>
            <a:gdLst>
              <a:gd name="T0" fmla="*/ 0 w 2"/>
              <a:gd name="T1" fmla="*/ 2147483647 h 2"/>
              <a:gd name="T2" fmla="*/ 0 w 2"/>
              <a:gd name="T3" fmla="*/ 2147483647 h 2"/>
              <a:gd name="T4" fmla="*/ 2147483647 w 2"/>
              <a:gd name="T5" fmla="*/ 2147483647 h 2"/>
              <a:gd name="T6" fmla="*/ 2147483647 w 2"/>
              <a:gd name="T7" fmla="*/ 0 h 2"/>
              <a:gd name="T8" fmla="*/ 2147483647 w 2"/>
              <a:gd name="T9" fmla="*/ 0 h 2"/>
              <a:gd name="T10" fmla="*/ 0 w 2"/>
              <a:gd name="T11" fmla="*/ 0 h 2"/>
              <a:gd name="T12" fmla="*/ 0 w 2"/>
              <a:gd name="T13" fmla="*/ 0 h 2"/>
              <a:gd name="T14" fmla="*/ 0 w 2"/>
              <a:gd name="T15" fmla="*/ 0 h 2"/>
              <a:gd name="T16" fmla="*/ 0 w 2"/>
              <a:gd name="T17" fmla="*/ 2147483647 h 2"/>
              <a:gd name="T18" fmla="*/ 0 w 2"/>
              <a:gd name="T19" fmla="*/ 2147483647 h 2"/>
              <a:gd name="T20" fmla="*/ 2147483647 w 2"/>
              <a:gd name="T21" fmla="*/ 2147483647 h 2"/>
              <a:gd name="T22" fmla="*/ 2147483647 w 2"/>
              <a:gd name="T23" fmla="*/ 0 h 2"/>
              <a:gd name="T24" fmla="*/ 2147483647 w 2"/>
              <a:gd name="T25" fmla="*/ 0 h 2"/>
              <a:gd name="T26" fmla="*/ 0 w 2"/>
              <a:gd name="T27" fmla="*/ 0 h 2"/>
              <a:gd name="T28" fmla="*/ 0 w 2"/>
              <a:gd name="T29" fmla="*/ 0 h 2"/>
              <a:gd name="T30" fmla="*/ 0 w 2"/>
              <a:gd name="T31" fmla="*/ 0 h 2"/>
              <a:gd name="T32" fmla="*/ 0 w 2"/>
              <a:gd name="T33" fmla="*/ 2147483647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2"/>
                </a:moveTo>
                <a:lnTo>
                  <a:pt x="0" y="2"/>
                </a:lnTo>
                <a:lnTo>
                  <a:pt x="2" y="2"/>
                </a:lnTo>
                <a:lnTo>
                  <a:pt x="2" y="0"/>
                </a:lnTo>
                <a:lnTo>
                  <a:pt x="0" y="0"/>
                </a:lnTo>
                <a:lnTo>
                  <a:pt x="0" y="2"/>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8" name="Freeform 1214"/>
          <p:cNvSpPr>
            <a:spLocks/>
          </p:cNvSpPr>
          <p:nvPr/>
        </p:nvSpPr>
        <p:spPr bwMode="auto">
          <a:xfrm>
            <a:off x="793753" y="557216"/>
            <a:ext cx="4233" cy="3175"/>
          </a:xfrm>
          <a:custGeom>
            <a:avLst/>
            <a:gdLst>
              <a:gd name="T0" fmla="*/ 0 w 2"/>
              <a:gd name="T1" fmla="*/ 2147483647 h 2"/>
              <a:gd name="T2" fmla="*/ 2147483647 w 2"/>
              <a:gd name="T3" fmla="*/ 2147483647 h 2"/>
              <a:gd name="T4" fmla="*/ 0 w 2"/>
              <a:gd name="T5" fmla="*/ 0 h 2"/>
              <a:gd name="T6" fmla="*/ 0 w 2"/>
              <a:gd name="T7" fmla="*/ 2147483647 h 2"/>
              <a:gd name="T8" fmla="*/ 0 w 2"/>
              <a:gd name="T9" fmla="*/ 2147483647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2">
                <a:moveTo>
                  <a:pt x="0" y="2"/>
                </a:move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9" name="Rectangle 1215"/>
          <p:cNvSpPr>
            <a:spLocks noChangeArrowheads="1"/>
          </p:cNvSpPr>
          <p:nvPr/>
        </p:nvSpPr>
        <p:spPr bwMode="auto">
          <a:xfrm>
            <a:off x="793751" y="627066"/>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30" name="Freeform 1217"/>
          <p:cNvSpPr>
            <a:spLocks/>
          </p:cNvSpPr>
          <p:nvPr/>
        </p:nvSpPr>
        <p:spPr bwMode="auto">
          <a:xfrm>
            <a:off x="793751" y="627066"/>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1" name="Freeform 1219"/>
          <p:cNvSpPr>
            <a:spLocks/>
          </p:cNvSpPr>
          <p:nvPr/>
        </p:nvSpPr>
        <p:spPr bwMode="auto">
          <a:xfrm>
            <a:off x="975786" y="541341"/>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2" name="Freeform 1221"/>
          <p:cNvSpPr>
            <a:spLocks/>
          </p:cNvSpPr>
          <p:nvPr/>
        </p:nvSpPr>
        <p:spPr bwMode="auto">
          <a:xfrm>
            <a:off x="975786" y="541341"/>
            <a:ext cx="4233" cy="3175"/>
          </a:xfrm>
          <a:custGeom>
            <a:avLst/>
            <a:gdLst>
              <a:gd name="T0" fmla="*/ 2147483647 w 2"/>
              <a:gd name="T1" fmla="*/ 0 h 2"/>
              <a:gd name="T2" fmla="*/ 2147483647 w 2"/>
              <a:gd name="T3" fmla="*/ 0 h 2"/>
              <a:gd name="T4" fmla="*/ 2147483647 w 2"/>
              <a:gd name="T5" fmla="*/ 0 h 2"/>
              <a:gd name="T6" fmla="*/ 0 w 2"/>
              <a:gd name="T7" fmla="*/ 0 h 2"/>
              <a:gd name="T8" fmla="*/ 0 w 2"/>
              <a:gd name="T9" fmla="*/ 0 h 2"/>
              <a:gd name="T10" fmla="*/ 0 w 2"/>
              <a:gd name="T11" fmla="*/ 2147483647 h 2"/>
              <a:gd name="T12" fmla="*/ 2147483647 w 2"/>
              <a:gd name="T13" fmla="*/ 0 h 2"/>
              <a:gd name="T14" fmla="*/ 2147483647 w 2"/>
              <a:gd name="T15" fmla="*/ 0 h 2"/>
              <a:gd name="T16" fmla="*/ 2147483647 w 2"/>
              <a:gd name="T17" fmla="*/ 0 h 2"/>
              <a:gd name="T18" fmla="*/ 0 w 2"/>
              <a:gd name="T19" fmla="*/ 0 h 2"/>
              <a:gd name="T20" fmla="*/ 0 w 2"/>
              <a:gd name="T21" fmla="*/ 0 h 2"/>
              <a:gd name="T22" fmla="*/ 0 w 2"/>
              <a:gd name="T23" fmla="*/ 2147483647 h 2"/>
              <a:gd name="T24" fmla="*/ 2147483647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2" y="0"/>
                </a:lnTo>
                <a:lnTo>
                  <a:pt x="0" y="0"/>
                </a:lnTo>
                <a:lnTo>
                  <a:pt x="0" y="2"/>
                </a:lnTo>
                <a:lnTo>
                  <a:pt x="2" y="0"/>
                </a:lnTo>
                <a:lnTo>
                  <a:pt x="0" y="0"/>
                </a:lnTo>
                <a:lnTo>
                  <a:pt x="0"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3" name="Freeform 1234"/>
          <p:cNvSpPr>
            <a:spLocks/>
          </p:cNvSpPr>
          <p:nvPr/>
        </p:nvSpPr>
        <p:spPr bwMode="auto">
          <a:xfrm>
            <a:off x="963086" y="550866"/>
            <a:ext cx="4233" cy="1587"/>
          </a:xfrm>
          <a:custGeom>
            <a:avLst/>
            <a:gdLst>
              <a:gd name="T0" fmla="*/ 0 w 2"/>
              <a:gd name="T1" fmla="*/ 0 h 1587"/>
              <a:gd name="T2" fmla="*/ 0 w 2"/>
              <a:gd name="T3" fmla="*/ 0 h 1587"/>
              <a:gd name="T4" fmla="*/ 2147483647 w 2"/>
              <a:gd name="T5" fmla="*/ 0 h 1587"/>
              <a:gd name="T6" fmla="*/ 2147483647 w 2"/>
              <a:gd name="T7" fmla="*/ 0 h 1587"/>
              <a:gd name="T8" fmla="*/ 2147483647 w 2"/>
              <a:gd name="T9" fmla="*/ 0 h 1587"/>
              <a:gd name="T10" fmla="*/ 2147483647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2147483647 w 2"/>
              <a:gd name="T25" fmla="*/ 0 h 1587"/>
              <a:gd name="T26" fmla="*/ 2147483647 w 2"/>
              <a:gd name="T27" fmla="*/ 0 h 1587"/>
              <a:gd name="T28" fmla="*/ 2147483647 w 2"/>
              <a:gd name="T29" fmla="*/ 0 h 1587"/>
              <a:gd name="T30" fmla="*/ 0 w 2"/>
              <a:gd name="T31" fmla="*/ 0 h 1587"/>
              <a:gd name="T32" fmla="*/ 0 w 2"/>
              <a:gd name="T33" fmla="*/ 0 h 1587"/>
              <a:gd name="T34" fmla="*/ 2147483647 w 2"/>
              <a:gd name="T35" fmla="*/ 0 h 1587"/>
              <a:gd name="T36" fmla="*/ 0 w 2"/>
              <a:gd name="T37" fmla="*/ 0 h 1587"/>
              <a:gd name="T38" fmla="*/ 0 w 2"/>
              <a:gd name="T39" fmla="*/ 0 h 1587"/>
              <a:gd name="T40" fmla="*/ 0 w 2"/>
              <a:gd name="T41" fmla="*/ 0 h 1587"/>
              <a:gd name="T42" fmla="*/ 0 w 2"/>
              <a:gd name="T43" fmla="*/ 0 h 1587"/>
              <a:gd name="T44" fmla="*/ 0 w 2"/>
              <a:gd name="T45" fmla="*/ 0 h 1587"/>
              <a:gd name="T46" fmla="*/ 0 w 2"/>
              <a:gd name="T47" fmla="*/ 0 h 1587"/>
              <a:gd name="T48" fmla="*/ 0 w 2"/>
              <a:gd name="T49" fmla="*/ 0 h 1587"/>
              <a:gd name="T50" fmla="*/ 0 w 2"/>
              <a:gd name="T51" fmla="*/ 0 h 1587"/>
              <a:gd name="T52" fmla="*/ 0 w 2"/>
              <a:gd name="T53" fmla="*/ 0 h 1587"/>
              <a:gd name="T54" fmla="*/ 0 w 2"/>
              <a:gd name="T55" fmla="*/ 0 h 1587"/>
              <a:gd name="T56" fmla="*/ 0 w 2"/>
              <a:gd name="T57" fmla="*/ 0 h 1587"/>
              <a:gd name="T58" fmla="*/ 0 w 2"/>
              <a:gd name="T59" fmla="*/ 0 h 1587"/>
              <a:gd name="T60" fmla="*/ 0 w 2"/>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1587">
                <a:moveTo>
                  <a:pt x="0" y="0"/>
                </a:moveTo>
                <a:lnTo>
                  <a:pt x="0" y="0"/>
                </a:lnTo>
                <a:lnTo>
                  <a:pt x="2" y="0"/>
                </a:lnTo>
                <a:lnTo>
                  <a:pt x="0" y="0"/>
                </a:ln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4" name="Line 1237"/>
          <p:cNvSpPr>
            <a:spLocks noChangeShapeType="1"/>
          </p:cNvSpPr>
          <p:nvPr/>
        </p:nvSpPr>
        <p:spPr bwMode="auto">
          <a:xfrm>
            <a:off x="971551" y="544516"/>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5" name="Line 1238"/>
          <p:cNvSpPr>
            <a:spLocks noChangeShapeType="1"/>
          </p:cNvSpPr>
          <p:nvPr/>
        </p:nvSpPr>
        <p:spPr bwMode="auto">
          <a:xfrm>
            <a:off x="971551" y="544516"/>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6" name="Freeform 1240"/>
          <p:cNvSpPr>
            <a:spLocks/>
          </p:cNvSpPr>
          <p:nvPr/>
        </p:nvSpPr>
        <p:spPr bwMode="auto">
          <a:xfrm>
            <a:off x="971551" y="541341"/>
            <a:ext cx="2116" cy="3175"/>
          </a:xfrm>
          <a:custGeom>
            <a:avLst/>
            <a:gdLst>
              <a:gd name="T0" fmla="*/ 0 w 1587"/>
              <a:gd name="T1" fmla="*/ 2147483647 h 2"/>
              <a:gd name="T2" fmla="*/ 0 w 1587"/>
              <a:gd name="T3" fmla="*/ 2147483647 h 2"/>
              <a:gd name="T4" fmla="*/ 0 w 1587"/>
              <a:gd name="T5" fmla="*/ 0 h 2"/>
              <a:gd name="T6" fmla="*/ 0 w 1587"/>
              <a:gd name="T7" fmla="*/ 2147483647 h 2"/>
              <a:gd name="T8" fmla="*/ 0 w 1587"/>
              <a:gd name="T9" fmla="*/ 2147483647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7" name="Freeform 1243"/>
          <p:cNvSpPr>
            <a:spLocks/>
          </p:cNvSpPr>
          <p:nvPr/>
        </p:nvSpPr>
        <p:spPr bwMode="auto">
          <a:xfrm>
            <a:off x="971553" y="538166"/>
            <a:ext cx="4233" cy="3175"/>
          </a:xfrm>
          <a:custGeom>
            <a:avLst/>
            <a:gdLst>
              <a:gd name="T0" fmla="*/ 2147483647 w 2"/>
              <a:gd name="T1" fmla="*/ 2147483647 h 2"/>
              <a:gd name="T2" fmla="*/ 2147483647 w 2"/>
              <a:gd name="T3" fmla="*/ 2147483647 h 2"/>
              <a:gd name="T4" fmla="*/ 2147483647 w 2"/>
              <a:gd name="T5" fmla="*/ 2147483647 h 2"/>
              <a:gd name="T6" fmla="*/ 2147483647 w 2"/>
              <a:gd name="T7" fmla="*/ 2147483647 h 2"/>
              <a:gd name="T8" fmla="*/ 0 w 2"/>
              <a:gd name="T9" fmla="*/ 2147483647 h 2"/>
              <a:gd name="T10" fmla="*/ 0 w 2"/>
              <a:gd name="T11" fmla="*/ 2147483647 h 2"/>
              <a:gd name="T12" fmla="*/ 2147483647 w 2"/>
              <a:gd name="T13" fmla="*/ 2147483647 h 2"/>
              <a:gd name="T14" fmla="*/ 0 w 2"/>
              <a:gd name="T15" fmla="*/ 2147483647 h 2"/>
              <a:gd name="T16" fmla="*/ 0 w 2"/>
              <a:gd name="T17" fmla="*/ 2147483647 h 2"/>
              <a:gd name="T18" fmla="*/ 0 w 2"/>
              <a:gd name="T19" fmla="*/ 2147483647 h 2"/>
              <a:gd name="T20" fmla="*/ 0 w 2"/>
              <a:gd name="T21" fmla="*/ 2147483647 h 2"/>
              <a:gd name="T22" fmla="*/ 0 w 2"/>
              <a:gd name="T23" fmla="*/ 2147483647 h 2"/>
              <a:gd name="T24" fmla="*/ 0 w 2"/>
              <a:gd name="T25" fmla="*/ 2147483647 h 2"/>
              <a:gd name="T26" fmla="*/ 0 w 2"/>
              <a:gd name="T27" fmla="*/ 2147483647 h 2"/>
              <a:gd name="T28" fmla="*/ 0 w 2"/>
              <a:gd name="T29" fmla="*/ 2147483647 h 2"/>
              <a:gd name="T30" fmla="*/ 0 w 2"/>
              <a:gd name="T31" fmla="*/ 2147483647 h 2"/>
              <a:gd name="T32" fmla="*/ 0 w 2"/>
              <a:gd name="T33" fmla="*/ 2147483647 h 2"/>
              <a:gd name="T34" fmla="*/ 0 w 2"/>
              <a:gd name="T35" fmla="*/ 2147483647 h 2"/>
              <a:gd name="T36" fmla="*/ 0 w 2"/>
              <a:gd name="T37" fmla="*/ 2147483647 h 2"/>
              <a:gd name="T38" fmla="*/ 2147483647 w 2"/>
              <a:gd name="T39" fmla="*/ 2147483647 h 2"/>
              <a:gd name="T40" fmla="*/ 2147483647 w 2"/>
              <a:gd name="T41" fmla="*/ 2147483647 h 2"/>
              <a:gd name="T42" fmla="*/ 2147483647 w 2"/>
              <a:gd name="T43" fmla="*/ 2147483647 h 2"/>
              <a:gd name="T44" fmla="*/ 2147483647 w 2"/>
              <a:gd name="T45" fmla="*/ 2147483647 h 2"/>
              <a:gd name="T46" fmla="*/ 2147483647 w 2"/>
              <a:gd name="T47" fmla="*/ 2147483647 h 2"/>
              <a:gd name="T48" fmla="*/ 0 w 2"/>
              <a:gd name="T49" fmla="*/ 0 h 2"/>
              <a:gd name="T50" fmla="*/ 0 w 2"/>
              <a:gd name="T51" fmla="*/ 2147483647 h 2"/>
              <a:gd name="T52" fmla="*/ 0 w 2"/>
              <a:gd name="T53" fmla="*/ 2147483647 h 2"/>
              <a:gd name="T54" fmla="*/ 0 w 2"/>
              <a:gd name="T55" fmla="*/ 2147483647 h 2"/>
              <a:gd name="T56" fmla="*/ 2147483647 w 2"/>
              <a:gd name="T57" fmla="*/ 2147483647 h 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 h="2">
                <a:moveTo>
                  <a:pt x="2" y="2"/>
                </a:moveTo>
                <a:lnTo>
                  <a:pt x="2" y="2"/>
                </a:lnTo>
                <a:lnTo>
                  <a:pt x="0" y="2"/>
                </a:lnTo>
                <a:lnTo>
                  <a:pt x="2" y="2"/>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8" name="Freeform 1246"/>
          <p:cNvSpPr>
            <a:spLocks/>
          </p:cNvSpPr>
          <p:nvPr/>
        </p:nvSpPr>
        <p:spPr bwMode="auto">
          <a:xfrm>
            <a:off x="967320" y="547691"/>
            <a:ext cx="4233" cy="3175"/>
          </a:xfrm>
          <a:custGeom>
            <a:avLst/>
            <a:gdLst>
              <a:gd name="T0" fmla="*/ 0 w 2"/>
              <a:gd name="T1" fmla="*/ 2147483647 h 2"/>
              <a:gd name="T2" fmla="*/ 0 w 2"/>
              <a:gd name="T3" fmla="*/ 2147483647 h 2"/>
              <a:gd name="T4" fmla="*/ 2147483647 w 2"/>
              <a:gd name="T5" fmla="*/ 0 h 2"/>
              <a:gd name="T6" fmla="*/ 2147483647 w 2"/>
              <a:gd name="T7" fmla="*/ 0 h 2"/>
              <a:gd name="T8" fmla="*/ 0 w 2"/>
              <a:gd name="T9" fmla="*/ 0 h 2"/>
              <a:gd name="T10" fmla="*/ 0 w 2"/>
              <a:gd name="T11" fmla="*/ 0 h 2"/>
              <a:gd name="T12" fmla="*/ 0 w 2"/>
              <a:gd name="T13" fmla="*/ 2147483647 h 2"/>
              <a:gd name="T14" fmla="*/ 0 w 2"/>
              <a:gd name="T15" fmla="*/ 2147483647 h 2"/>
              <a:gd name="T16" fmla="*/ 2147483647 w 2"/>
              <a:gd name="T17" fmla="*/ 0 h 2"/>
              <a:gd name="T18" fmla="*/ 2147483647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0 h 2"/>
              <a:gd name="T40" fmla="*/ 0 w 2"/>
              <a:gd name="T41" fmla="*/ 0 h 2"/>
              <a:gd name="T42" fmla="*/ 0 w 2"/>
              <a:gd name="T43" fmla="*/ 0 h 2"/>
              <a:gd name="T44" fmla="*/ 0 w 2"/>
              <a:gd name="T45" fmla="*/ 0 h 2"/>
              <a:gd name="T46" fmla="*/ 0 w 2"/>
              <a:gd name="T47" fmla="*/ 2147483647 h 2"/>
              <a:gd name="T48" fmla="*/ 0 w 2"/>
              <a:gd name="T49" fmla="*/ 2147483647 h 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 h="2">
                <a:moveTo>
                  <a:pt x="0" y="2"/>
                </a:moveTo>
                <a:lnTo>
                  <a:pt x="0" y="2"/>
                </a:lnTo>
                <a:lnTo>
                  <a:pt x="2" y="0"/>
                </a:lnTo>
                <a:lnTo>
                  <a:pt x="0" y="0"/>
                </a:lnTo>
                <a:lnTo>
                  <a:pt x="0"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9" name="Freeform 1250"/>
          <p:cNvSpPr>
            <a:spLocks/>
          </p:cNvSpPr>
          <p:nvPr/>
        </p:nvSpPr>
        <p:spPr bwMode="auto">
          <a:xfrm>
            <a:off x="975786" y="530225"/>
            <a:ext cx="4233" cy="1588"/>
          </a:xfrm>
          <a:custGeom>
            <a:avLst/>
            <a:gdLst>
              <a:gd name="T0" fmla="*/ 2147483647 w 2"/>
              <a:gd name="T1" fmla="*/ 0 h 1588"/>
              <a:gd name="T2" fmla="*/ 0 w 2"/>
              <a:gd name="T3" fmla="*/ 0 h 1588"/>
              <a:gd name="T4" fmla="*/ 2147483647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0" name="Freeform 1252"/>
          <p:cNvSpPr>
            <a:spLocks/>
          </p:cNvSpPr>
          <p:nvPr/>
        </p:nvSpPr>
        <p:spPr bwMode="auto">
          <a:xfrm>
            <a:off x="975786" y="527050"/>
            <a:ext cx="4233" cy="7938"/>
          </a:xfrm>
          <a:custGeom>
            <a:avLst/>
            <a:gdLst>
              <a:gd name="T0" fmla="*/ 2147483647 w 2"/>
              <a:gd name="T1" fmla="*/ 2147483647 h 5"/>
              <a:gd name="T2" fmla="*/ 2147483647 w 2"/>
              <a:gd name="T3" fmla="*/ 2147483647 h 5"/>
              <a:gd name="T4" fmla="*/ 0 w 2"/>
              <a:gd name="T5" fmla="*/ 0 h 5"/>
              <a:gd name="T6" fmla="*/ 0 w 2"/>
              <a:gd name="T7" fmla="*/ 2147483647 h 5"/>
              <a:gd name="T8" fmla="*/ 0 w 2"/>
              <a:gd name="T9" fmla="*/ 2147483647 h 5"/>
              <a:gd name="T10" fmla="*/ 2147483647 w 2"/>
              <a:gd name="T11" fmla="*/ 2147483647 h 5"/>
              <a:gd name="T12" fmla="*/ 2147483647 w 2"/>
              <a:gd name="T13" fmla="*/ 2147483647 h 5"/>
              <a:gd name="T14" fmla="*/ 2147483647 w 2"/>
              <a:gd name="T15" fmla="*/ 2147483647 h 5"/>
              <a:gd name="T16" fmla="*/ 0 w 2"/>
              <a:gd name="T17" fmla="*/ 0 h 5"/>
              <a:gd name="T18" fmla="*/ 0 w 2"/>
              <a:gd name="T19" fmla="*/ 2147483647 h 5"/>
              <a:gd name="T20" fmla="*/ 0 w 2"/>
              <a:gd name="T21" fmla="*/ 2147483647 h 5"/>
              <a:gd name="T22" fmla="*/ 2147483647 w 2"/>
              <a:gd name="T23" fmla="*/ 2147483647 h 5"/>
              <a:gd name="T24" fmla="*/ 2147483647 w 2"/>
              <a:gd name="T25" fmla="*/ 2147483647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5">
                <a:moveTo>
                  <a:pt x="2" y="2"/>
                </a:moveTo>
                <a:lnTo>
                  <a:pt x="2" y="2"/>
                </a:lnTo>
                <a:lnTo>
                  <a:pt x="0" y="0"/>
                </a:lnTo>
                <a:lnTo>
                  <a:pt x="0" y="2"/>
                </a:lnTo>
                <a:lnTo>
                  <a:pt x="2" y="5"/>
                </a:lnTo>
                <a:lnTo>
                  <a:pt x="2" y="2"/>
                </a:lnTo>
                <a:lnTo>
                  <a:pt x="0" y="0"/>
                </a:lnTo>
                <a:lnTo>
                  <a:pt x="0" y="2"/>
                </a:lnTo>
                <a:lnTo>
                  <a:pt x="2" y="5"/>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1" name="Freeform 1255"/>
          <p:cNvSpPr>
            <a:spLocks/>
          </p:cNvSpPr>
          <p:nvPr/>
        </p:nvSpPr>
        <p:spPr bwMode="auto">
          <a:xfrm>
            <a:off x="950386" y="550866"/>
            <a:ext cx="4233" cy="1587"/>
          </a:xfrm>
          <a:custGeom>
            <a:avLst/>
            <a:gdLst>
              <a:gd name="T0" fmla="*/ 0 w 2"/>
              <a:gd name="T1" fmla="*/ 0 h 1587"/>
              <a:gd name="T2" fmla="*/ 2147483647 w 2"/>
              <a:gd name="T3" fmla="*/ 0 h 1587"/>
              <a:gd name="T4" fmla="*/ 2147483647 w 2"/>
              <a:gd name="T5" fmla="*/ 0 h 1587"/>
              <a:gd name="T6" fmla="*/ 2147483647 w 2"/>
              <a:gd name="T7" fmla="*/ 0 h 1587"/>
              <a:gd name="T8" fmla="*/ 2147483647 w 2"/>
              <a:gd name="T9" fmla="*/ 0 h 1587"/>
              <a:gd name="T10" fmla="*/ 0 w 2"/>
              <a:gd name="T11" fmla="*/ 0 h 1587"/>
              <a:gd name="T12" fmla="*/ 0 w 2"/>
              <a:gd name="T13" fmla="*/ 0 h 1587"/>
              <a:gd name="T14" fmla="*/ 0 w 2"/>
              <a:gd name="T15" fmla="*/ 0 h 1587"/>
              <a:gd name="T16" fmla="*/ 0 w 2"/>
              <a:gd name="T17" fmla="*/ 0 h 1587"/>
              <a:gd name="T18" fmla="*/ 2147483647 w 2"/>
              <a:gd name="T19" fmla="*/ 0 h 1587"/>
              <a:gd name="T20" fmla="*/ 2147483647 w 2"/>
              <a:gd name="T21" fmla="*/ 0 h 1587"/>
              <a:gd name="T22" fmla="*/ 2147483647 w 2"/>
              <a:gd name="T23" fmla="*/ 0 h 1587"/>
              <a:gd name="T24" fmla="*/ 2147483647 w 2"/>
              <a:gd name="T25" fmla="*/ 0 h 1587"/>
              <a:gd name="T26" fmla="*/ 2147483647 w 2"/>
              <a:gd name="T27" fmla="*/ 0 h 1587"/>
              <a:gd name="T28" fmla="*/ 2147483647 w 2"/>
              <a:gd name="T29" fmla="*/ 0 h 1587"/>
              <a:gd name="T30" fmla="*/ 2147483647 w 2"/>
              <a:gd name="T31" fmla="*/ 0 h 1587"/>
              <a:gd name="T32" fmla="*/ 2147483647 w 2"/>
              <a:gd name="T33" fmla="*/ 0 h 1587"/>
              <a:gd name="T34" fmla="*/ 2147483647 w 2"/>
              <a:gd name="T35" fmla="*/ 0 h 1587"/>
              <a:gd name="T36" fmla="*/ 2147483647 w 2"/>
              <a:gd name="T37" fmla="*/ 0 h 1587"/>
              <a:gd name="T38" fmla="*/ 2147483647 w 2"/>
              <a:gd name="T39" fmla="*/ 0 h 1587"/>
              <a:gd name="T40" fmla="*/ 2147483647 w 2"/>
              <a:gd name="T41" fmla="*/ 0 h 1587"/>
              <a:gd name="T42" fmla="*/ 2147483647 w 2"/>
              <a:gd name="T43" fmla="*/ 0 h 1587"/>
              <a:gd name="T44" fmla="*/ 2147483647 w 2"/>
              <a:gd name="T45" fmla="*/ 0 h 1587"/>
              <a:gd name="T46" fmla="*/ 2147483647 w 2"/>
              <a:gd name="T47" fmla="*/ 0 h 1587"/>
              <a:gd name="T48" fmla="*/ 2147483647 w 2"/>
              <a:gd name="T49" fmla="*/ 0 h 1587"/>
              <a:gd name="T50" fmla="*/ 2147483647 w 2"/>
              <a:gd name="T51" fmla="*/ 0 h 1587"/>
              <a:gd name="T52" fmla="*/ 2147483647 w 2"/>
              <a:gd name="T53" fmla="*/ 0 h 1587"/>
              <a:gd name="T54" fmla="*/ 2147483647 w 2"/>
              <a:gd name="T55" fmla="*/ 0 h 1587"/>
              <a:gd name="T56" fmla="*/ 2147483647 w 2"/>
              <a:gd name="T57" fmla="*/ 0 h 1587"/>
              <a:gd name="T58" fmla="*/ 0 w 2"/>
              <a:gd name="T59" fmla="*/ 0 h 1587"/>
              <a:gd name="T60" fmla="*/ 0 w 2"/>
              <a:gd name="T61" fmla="*/ 0 h 1587"/>
              <a:gd name="T62" fmla="*/ 0 w 2"/>
              <a:gd name="T63" fmla="*/ 0 h 15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2" name="Rectangle 1256"/>
          <p:cNvSpPr>
            <a:spLocks noChangeArrowheads="1"/>
          </p:cNvSpPr>
          <p:nvPr/>
        </p:nvSpPr>
        <p:spPr bwMode="auto">
          <a:xfrm>
            <a:off x="963086" y="550866"/>
            <a:ext cx="2116" cy="1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43" name="Freeform 1258"/>
          <p:cNvSpPr>
            <a:spLocks/>
          </p:cNvSpPr>
          <p:nvPr/>
        </p:nvSpPr>
        <p:spPr bwMode="auto">
          <a:xfrm>
            <a:off x="963086" y="550866"/>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4" name="Freeform 1266"/>
          <p:cNvSpPr>
            <a:spLocks/>
          </p:cNvSpPr>
          <p:nvPr/>
        </p:nvSpPr>
        <p:spPr bwMode="auto">
          <a:xfrm>
            <a:off x="971551" y="534991"/>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w 1587"/>
              <a:gd name="T63" fmla="*/ 0 h 1587"/>
              <a:gd name="T64" fmla="*/ 0 w 1587"/>
              <a:gd name="T65" fmla="*/ 0 h 1587"/>
              <a:gd name="T66" fmla="*/ 0 w 1587"/>
              <a:gd name="T67" fmla="*/ 0 h 1587"/>
              <a:gd name="T68" fmla="*/ 0 w 1587"/>
              <a:gd name="T69" fmla="*/ 0 h 1587"/>
              <a:gd name="T70" fmla="*/ 0 w 1587"/>
              <a:gd name="T71" fmla="*/ 0 h 1587"/>
              <a:gd name="T72" fmla="*/ 0 w 1587"/>
              <a:gd name="T73" fmla="*/ 0 h 1587"/>
              <a:gd name="T74" fmla="*/ 0 w 1587"/>
              <a:gd name="T75" fmla="*/ 0 h 1587"/>
              <a:gd name="T76" fmla="*/ 0 w 1587"/>
              <a:gd name="T77" fmla="*/ 0 h 1587"/>
              <a:gd name="T78" fmla="*/ 0 w 1587"/>
              <a:gd name="T79" fmla="*/ 0 h 1587"/>
              <a:gd name="T80" fmla="*/ 0 w 1587"/>
              <a:gd name="T81" fmla="*/ 0 h 1587"/>
              <a:gd name="T82" fmla="*/ 0 w 1587"/>
              <a:gd name="T83" fmla="*/ 0 h 1587"/>
              <a:gd name="T84" fmla="*/ 0 w 1587"/>
              <a:gd name="T85" fmla="*/ 0 h 1587"/>
              <a:gd name="T86" fmla="*/ 0 w 1587"/>
              <a:gd name="T87" fmla="*/ 0 h 15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5" name="Freeform 1269"/>
          <p:cNvSpPr>
            <a:spLocks/>
          </p:cNvSpPr>
          <p:nvPr/>
        </p:nvSpPr>
        <p:spPr bwMode="auto">
          <a:xfrm>
            <a:off x="971553" y="530228"/>
            <a:ext cx="4233" cy="4763"/>
          </a:xfrm>
          <a:custGeom>
            <a:avLst/>
            <a:gdLst>
              <a:gd name="T0" fmla="*/ 0 w 2"/>
              <a:gd name="T1" fmla="*/ 2147483647 h 3"/>
              <a:gd name="T2" fmla="*/ 2147483647 w 2"/>
              <a:gd name="T3" fmla="*/ 0 h 3"/>
              <a:gd name="T4" fmla="*/ 2147483647 w 2"/>
              <a:gd name="T5" fmla="*/ 0 h 3"/>
              <a:gd name="T6" fmla="*/ 2147483647 w 2"/>
              <a:gd name="T7" fmla="*/ 0 h 3"/>
              <a:gd name="T8" fmla="*/ 2147483647 w 2"/>
              <a:gd name="T9" fmla="*/ 0 h 3"/>
              <a:gd name="T10" fmla="*/ 0 w 2"/>
              <a:gd name="T11" fmla="*/ 0 h 3"/>
              <a:gd name="T12" fmla="*/ 0 w 2"/>
              <a:gd name="T13" fmla="*/ 0 h 3"/>
              <a:gd name="T14" fmla="*/ 0 w 2"/>
              <a:gd name="T15" fmla="*/ 2147483647 h 3"/>
              <a:gd name="T16" fmla="*/ 0 w 2"/>
              <a:gd name="T17" fmla="*/ 2147483647 h 3"/>
              <a:gd name="T18" fmla="*/ 2147483647 w 2"/>
              <a:gd name="T19" fmla="*/ 0 h 3"/>
              <a:gd name="T20" fmla="*/ 2147483647 w 2"/>
              <a:gd name="T21" fmla="*/ 0 h 3"/>
              <a:gd name="T22" fmla="*/ 0 w 2"/>
              <a:gd name="T23" fmla="*/ 0 h 3"/>
              <a:gd name="T24" fmla="*/ 0 w 2"/>
              <a:gd name="T25" fmla="*/ 0 h 3"/>
              <a:gd name="T26" fmla="*/ 0 w 2"/>
              <a:gd name="T27" fmla="*/ 0 h 3"/>
              <a:gd name="T28" fmla="*/ 0 w 2"/>
              <a:gd name="T29" fmla="*/ 0 h 3"/>
              <a:gd name="T30" fmla="*/ 0 w 2"/>
              <a:gd name="T31" fmla="*/ 0 h 3"/>
              <a:gd name="T32" fmla="*/ 0 w 2"/>
              <a:gd name="T33" fmla="*/ 0 h 3"/>
              <a:gd name="T34" fmla="*/ 0 w 2"/>
              <a:gd name="T35" fmla="*/ 0 h 3"/>
              <a:gd name="T36" fmla="*/ 0 w 2"/>
              <a:gd name="T37" fmla="*/ 0 h 3"/>
              <a:gd name="T38" fmla="*/ 0 w 2"/>
              <a:gd name="T39" fmla="*/ 2147483647 h 3"/>
              <a:gd name="T40" fmla="*/ 0 w 2"/>
              <a:gd name="T41" fmla="*/ 2147483647 h 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 h="3">
                <a:moveTo>
                  <a:pt x="0" y="3"/>
                </a:moveTo>
                <a:lnTo>
                  <a:pt x="2" y="0"/>
                </a:lnTo>
                <a:lnTo>
                  <a:pt x="0" y="0"/>
                </a:lnTo>
                <a:lnTo>
                  <a:pt x="0" y="3"/>
                </a:lnTo>
                <a:lnTo>
                  <a:pt x="2" y="0"/>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6" name="Line 1270"/>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7" name="Line 1271"/>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8" name="Rectangle 1272"/>
          <p:cNvSpPr>
            <a:spLocks noChangeArrowheads="1"/>
          </p:cNvSpPr>
          <p:nvPr/>
        </p:nvSpPr>
        <p:spPr bwMode="auto">
          <a:xfrm>
            <a:off x="971551" y="530225"/>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49" name="Rectangle 1273"/>
          <p:cNvSpPr>
            <a:spLocks noChangeArrowheads="1"/>
          </p:cNvSpPr>
          <p:nvPr/>
        </p:nvSpPr>
        <p:spPr bwMode="auto">
          <a:xfrm>
            <a:off x="971551" y="530225"/>
            <a:ext cx="2116"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0" name="Line 1274"/>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1" name="Line 1275"/>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2" name="Freeform 1277"/>
          <p:cNvSpPr>
            <a:spLocks/>
          </p:cNvSpPr>
          <p:nvPr/>
        </p:nvSpPr>
        <p:spPr bwMode="auto">
          <a:xfrm>
            <a:off x="971551" y="523878"/>
            <a:ext cx="2116" cy="3175"/>
          </a:xfrm>
          <a:custGeom>
            <a:avLst/>
            <a:gdLst>
              <a:gd name="T0" fmla="*/ 0 w 1587"/>
              <a:gd name="T1" fmla="*/ 2147483647 h 2"/>
              <a:gd name="T2" fmla="*/ 0 w 1587"/>
              <a:gd name="T3" fmla="*/ 2147483647 h 2"/>
              <a:gd name="T4" fmla="*/ 0 w 1587"/>
              <a:gd name="T5" fmla="*/ 0 h 2"/>
              <a:gd name="T6" fmla="*/ 0 w 1587"/>
              <a:gd name="T7" fmla="*/ 2147483647 h 2"/>
              <a:gd name="T8" fmla="*/ 0 w 1587"/>
              <a:gd name="T9" fmla="*/ 2147483647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3" name="Freeform 1287"/>
          <p:cNvSpPr>
            <a:spLocks/>
          </p:cNvSpPr>
          <p:nvPr/>
        </p:nvSpPr>
        <p:spPr bwMode="auto">
          <a:xfrm>
            <a:off x="958853" y="514350"/>
            <a:ext cx="4233" cy="3175"/>
          </a:xfrm>
          <a:custGeom>
            <a:avLst/>
            <a:gdLst>
              <a:gd name="T0" fmla="*/ 0 w 2"/>
              <a:gd name="T1" fmla="*/ 0 h 2"/>
              <a:gd name="T2" fmla="*/ 0 w 2"/>
              <a:gd name="T3" fmla="*/ 2147483647 h 2"/>
              <a:gd name="T4" fmla="*/ 2147483647 w 2"/>
              <a:gd name="T5" fmla="*/ 2147483647 h 2"/>
              <a:gd name="T6" fmla="*/ 2147483647 w 2"/>
              <a:gd name="T7" fmla="*/ 2147483647 h 2"/>
              <a:gd name="T8" fmla="*/ 2147483647 w 2"/>
              <a:gd name="T9" fmla="*/ 2147483647 h 2"/>
              <a:gd name="T10" fmla="*/ 2147483647 w 2"/>
              <a:gd name="T11" fmla="*/ 0 h 2"/>
              <a:gd name="T12" fmla="*/ 0 w 2"/>
              <a:gd name="T13" fmla="*/ 0 h 2"/>
              <a:gd name="T14" fmla="*/ 0 w 2"/>
              <a:gd name="T15" fmla="*/ 0 h 2"/>
              <a:gd name="T16" fmla="*/ 0 w 2"/>
              <a:gd name="T17" fmla="*/ 2147483647 h 2"/>
              <a:gd name="T18" fmla="*/ 0 w 2"/>
              <a:gd name="T19" fmla="*/ 2147483647 h 2"/>
              <a:gd name="T20" fmla="*/ 0 w 2"/>
              <a:gd name="T21" fmla="*/ 2147483647 h 2"/>
              <a:gd name="T22" fmla="*/ 0 w 2"/>
              <a:gd name="T23" fmla="*/ 2147483647 h 2"/>
              <a:gd name="T24" fmla="*/ 2147483647 w 2"/>
              <a:gd name="T25" fmla="*/ 2147483647 h 2"/>
              <a:gd name="T26" fmla="*/ 2147483647 w 2"/>
              <a:gd name="T27" fmla="*/ 2147483647 h 2"/>
              <a:gd name="T28" fmla="*/ 0 w 2"/>
              <a:gd name="T29" fmla="*/ 0 h 2"/>
              <a:gd name="T30" fmla="*/ 0 w 2"/>
              <a:gd name="T31" fmla="*/ 0 h 2"/>
              <a:gd name="T32" fmla="*/ 0 w 2"/>
              <a:gd name="T33" fmla="*/ 0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0"/>
                </a:moveTo>
                <a:lnTo>
                  <a:pt x="0" y="2"/>
                </a:lnTo>
                <a:lnTo>
                  <a:pt x="2" y="2"/>
                </a:lnTo>
                <a:lnTo>
                  <a:pt x="2" y="0"/>
                </a:lnTo>
                <a:lnTo>
                  <a:pt x="0" y="0"/>
                </a:lnTo>
                <a:lnTo>
                  <a:pt x="0" y="2"/>
                </a:lnTo>
                <a:lnTo>
                  <a:pt x="2"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4" name="Freeform 1290"/>
          <p:cNvSpPr>
            <a:spLocks/>
          </p:cNvSpPr>
          <p:nvPr/>
        </p:nvSpPr>
        <p:spPr bwMode="auto">
          <a:xfrm>
            <a:off x="958853" y="517527"/>
            <a:ext cx="4233" cy="3175"/>
          </a:xfrm>
          <a:custGeom>
            <a:avLst/>
            <a:gdLst>
              <a:gd name="T0" fmla="*/ 0 w 2"/>
              <a:gd name="T1" fmla="*/ 2147483647 h 2"/>
              <a:gd name="T2" fmla="*/ 0 w 2"/>
              <a:gd name="T3" fmla="*/ 2147483647 h 2"/>
              <a:gd name="T4" fmla="*/ 2147483647 w 2"/>
              <a:gd name="T5" fmla="*/ 2147483647 h 2"/>
              <a:gd name="T6" fmla="*/ 2147483647 w 2"/>
              <a:gd name="T7" fmla="*/ 2147483647 h 2"/>
              <a:gd name="T8" fmla="*/ 2147483647 w 2"/>
              <a:gd name="T9" fmla="*/ 2147483647 h 2"/>
              <a:gd name="T10" fmla="*/ 2147483647 w 2"/>
              <a:gd name="T11" fmla="*/ 0 h 2"/>
              <a:gd name="T12" fmla="*/ 0 w 2"/>
              <a:gd name="T13" fmla="*/ 0 h 2"/>
              <a:gd name="T14" fmla="*/ 0 w 2"/>
              <a:gd name="T15" fmla="*/ 0 h 2"/>
              <a:gd name="T16" fmla="*/ 0 w 2"/>
              <a:gd name="T17" fmla="*/ 0 h 2"/>
              <a:gd name="T18" fmla="*/ 0 w 2"/>
              <a:gd name="T19" fmla="*/ 0 h 2"/>
              <a:gd name="T20" fmla="*/ 2147483647 w 2"/>
              <a:gd name="T21" fmla="*/ 0 h 2"/>
              <a:gd name="T22" fmla="*/ 0 w 2"/>
              <a:gd name="T23" fmla="*/ 0 h 2"/>
              <a:gd name="T24" fmla="*/ 0 w 2"/>
              <a:gd name="T25" fmla="*/ 0 h 2"/>
              <a:gd name="T26" fmla="*/ 0 w 2"/>
              <a:gd name="T27" fmla="*/ 0 h 2"/>
              <a:gd name="T28" fmla="*/ 0 w 2"/>
              <a:gd name="T29" fmla="*/ 0 h 2"/>
              <a:gd name="T30" fmla="*/ 0 w 2"/>
              <a:gd name="T31" fmla="*/ 2147483647 h 2"/>
              <a:gd name="T32" fmla="*/ 0 w 2"/>
              <a:gd name="T33" fmla="*/ 2147483647 h 2"/>
              <a:gd name="T34" fmla="*/ 0 w 2"/>
              <a:gd name="T35" fmla="*/ 2147483647 h 2"/>
              <a:gd name="T36" fmla="*/ 0 w 2"/>
              <a:gd name="T37" fmla="*/ 0 h 2"/>
              <a:gd name="T38" fmla="*/ 0 w 2"/>
              <a:gd name="T39" fmla="*/ 0 h 2"/>
              <a:gd name="T40" fmla="*/ 0 w 2"/>
              <a:gd name="T41" fmla="*/ 0 h 2"/>
              <a:gd name="T42" fmla="*/ 0 w 2"/>
              <a:gd name="T43" fmla="*/ 0 h 2"/>
              <a:gd name="T44" fmla="*/ 0 w 2"/>
              <a:gd name="T45" fmla="*/ 0 h 2"/>
              <a:gd name="T46" fmla="*/ 0 w 2"/>
              <a:gd name="T47" fmla="*/ 0 h 2"/>
              <a:gd name="T48" fmla="*/ 0 w 2"/>
              <a:gd name="T49" fmla="*/ 2147483647 h 2"/>
              <a:gd name="T50" fmla="*/ 2147483647 w 2"/>
              <a:gd name="T51" fmla="*/ 2147483647 h 2"/>
              <a:gd name="T52" fmla="*/ 2147483647 w 2"/>
              <a:gd name="T53" fmla="*/ 0 h 2"/>
              <a:gd name="T54" fmla="*/ 2147483647 w 2"/>
              <a:gd name="T55" fmla="*/ 0 h 2"/>
              <a:gd name="T56" fmla="*/ 0 w 2"/>
              <a:gd name="T57" fmla="*/ 0 h 2"/>
              <a:gd name="T58" fmla="*/ 0 w 2"/>
              <a:gd name="T59" fmla="*/ 0 h 2"/>
              <a:gd name="T60" fmla="*/ 0 w 2"/>
              <a:gd name="T61" fmla="*/ 2147483647 h 2"/>
              <a:gd name="T62" fmla="*/ 0 w 2"/>
              <a:gd name="T63" fmla="*/ 2147483647 h 2"/>
              <a:gd name="T64" fmla="*/ 2147483647 w 2"/>
              <a:gd name="T65" fmla="*/ 2147483647 h 2"/>
              <a:gd name="T66" fmla="*/ 2147483647 w 2"/>
              <a:gd name="T67" fmla="*/ 2147483647 h 2"/>
              <a:gd name="T68" fmla="*/ 0 w 2"/>
              <a:gd name="T69" fmla="*/ 2147483647 h 2"/>
              <a:gd name="T70" fmla="*/ 0 w 2"/>
              <a:gd name="T71" fmla="*/ 2147483647 h 2"/>
              <a:gd name="T72" fmla="*/ 0 w 2"/>
              <a:gd name="T73" fmla="*/ 2147483647 h 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 h="2">
                <a:moveTo>
                  <a:pt x="0" y="2"/>
                </a:moveTo>
                <a:lnTo>
                  <a:pt x="0" y="2"/>
                </a:lnTo>
                <a:lnTo>
                  <a:pt x="2" y="2"/>
                </a:lnTo>
                <a:lnTo>
                  <a:pt x="2" y="0"/>
                </a:lnTo>
                <a:lnTo>
                  <a:pt x="0" y="0"/>
                </a:lnTo>
                <a:lnTo>
                  <a:pt x="2" y="0"/>
                </a:lnTo>
                <a:lnTo>
                  <a:pt x="0" y="0"/>
                </a:lnTo>
                <a:lnTo>
                  <a:pt x="0" y="2"/>
                </a:lnTo>
                <a:lnTo>
                  <a:pt x="0" y="0"/>
                </a:lnTo>
                <a:lnTo>
                  <a:pt x="0" y="2"/>
                </a:lnTo>
                <a:lnTo>
                  <a:pt x="2" y="2"/>
                </a:lnTo>
                <a:lnTo>
                  <a:pt x="2" y="0"/>
                </a:lnTo>
                <a:lnTo>
                  <a:pt x="0" y="0"/>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5" name="Rectangle 1335"/>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6" name="Rectangle 1336"/>
          <p:cNvSpPr>
            <a:spLocks noChangeArrowheads="1"/>
          </p:cNvSpPr>
          <p:nvPr/>
        </p:nvSpPr>
        <p:spPr bwMode="auto">
          <a:xfrm>
            <a:off x="632886"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7" name="Rectangle 1337"/>
          <p:cNvSpPr>
            <a:spLocks noChangeArrowheads="1"/>
          </p:cNvSpPr>
          <p:nvPr/>
        </p:nvSpPr>
        <p:spPr bwMode="auto">
          <a:xfrm>
            <a:off x="632886"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8" name="Rectangle 1340"/>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9" name="Rectangle 1341"/>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60" name="Rectangle 1342"/>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61" name="Rectangle 1343"/>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62" name="Rectangle 1344"/>
          <p:cNvSpPr>
            <a:spLocks noChangeArrowheads="1"/>
          </p:cNvSpPr>
          <p:nvPr/>
        </p:nvSpPr>
        <p:spPr bwMode="auto">
          <a:xfrm>
            <a:off x="620186" y="485778"/>
            <a:ext cx="2116"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324" name="Title 323"/>
          <p:cNvSpPr>
            <a:spLocks noGrp="1"/>
          </p:cNvSpPr>
          <p:nvPr>
            <p:ph type="title"/>
          </p:nvPr>
        </p:nvSpPr>
        <p:spPr>
          <a:xfrm>
            <a:off x="457868" y="301628"/>
            <a:ext cx="11252869" cy="1031875"/>
          </a:xfrm>
        </p:spPr>
        <p:txBody>
          <a:bodyPr/>
          <a:lstStyle>
            <a:lvl1pPr>
              <a:defRPr b="0" i="0" cap="none" baseline="0">
                <a:solidFill>
                  <a:schemeClr val="tx1"/>
                </a:solidFill>
                <a:latin typeface="+mn-lt"/>
                <a:cs typeface="Andes ExtraLight"/>
              </a:defRPr>
            </a:lvl1pPr>
          </a:lstStyle>
          <a:p>
            <a:r>
              <a:rPr lang="en-US"/>
              <a:t>Click to edit Master title style</a:t>
            </a:r>
            <a:endParaRPr lang="en-US" dirty="0"/>
          </a:p>
        </p:txBody>
      </p:sp>
      <p:sp>
        <p:nvSpPr>
          <p:cNvPr id="331" name="Content Placeholder 330"/>
          <p:cNvSpPr>
            <a:spLocks noGrp="1"/>
          </p:cNvSpPr>
          <p:nvPr>
            <p:ph sz="quarter" idx="10"/>
          </p:nvPr>
        </p:nvSpPr>
        <p:spPr>
          <a:xfrm>
            <a:off x="457870" y="1460503"/>
            <a:ext cx="11253740" cy="4600863"/>
          </a:xfrm>
        </p:spPr>
        <p:txBody>
          <a:bodyPr>
            <a:normAutofit/>
          </a:bodyPr>
          <a:lstStyle>
            <a:lvl1pPr>
              <a:lnSpc>
                <a:spcPct val="130000"/>
              </a:lnSpc>
              <a:spcBef>
                <a:spcPts val="1200"/>
              </a:spcBef>
              <a:defRPr>
                <a:solidFill>
                  <a:srgbClr val="7F7F7F"/>
                </a:solidFill>
              </a:defRPr>
            </a:lvl1pPr>
            <a:lvl2pPr>
              <a:lnSpc>
                <a:spcPct val="130000"/>
              </a:lnSpc>
              <a:spcBef>
                <a:spcPts val="1200"/>
              </a:spcBef>
              <a:buClr>
                <a:schemeClr val="tx2">
                  <a:lumMod val="50000"/>
                  <a:lumOff val="50000"/>
                </a:schemeClr>
              </a:buClr>
              <a:defRPr>
                <a:solidFill>
                  <a:srgbClr val="7F7F7F"/>
                </a:solidFill>
              </a:defRPr>
            </a:lvl2pPr>
            <a:lvl3pPr marL="557784">
              <a:lnSpc>
                <a:spcPct val="130000"/>
              </a:lnSpc>
              <a:spcBef>
                <a:spcPts val="0"/>
              </a:spcBef>
              <a:buClr>
                <a:schemeClr val="tx2">
                  <a:lumMod val="50000"/>
                  <a:lumOff val="50000"/>
                </a:schemeClr>
              </a:buClr>
              <a:defRPr>
                <a:solidFill>
                  <a:srgbClr val="7F7F7F"/>
                </a:solidFill>
              </a:defRPr>
            </a:lvl3pPr>
            <a:lvl4pPr>
              <a:lnSpc>
                <a:spcPct val="130000"/>
              </a:lnSpc>
              <a:spcBef>
                <a:spcPts val="0"/>
              </a:spcBef>
              <a:buClr>
                <a:schemeClr val="tx2">
                  <a:lumMod val="50000"/>
                  <a:lumOff val="50000"/>
                </a:schemeClr>
              </a:buClr>
              <a:defRPr>
                <a:solidFill>
                  <a:srgbClr val="7F7F7F"/>
                </a:solidFill>
              </a:defRPr>
            </a:lvl4pPr>
            <a:lvl5pPr>
              <a:lnSpc>
                <a:spcPct val="130000"/>
              </a:lnSpc>
              <a:spcBef>
                <a:spcPts val="0"/>
              </a:spcBef>
              <a:buClr>
                <a:schemeClr val="tx2">
                  <a:lumMod val="50000"/>
                  <a:lumOff val="50000"/>
                </a:schemeClr>
              </a:buClr>
              <a:defRPr>
                <a:solidFill>
                  <a:srgbClr val="7F7F7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3" name="Footer Placeholder 8"/>
          <p:cNvSpPr>
            <a:spLocks noGrp="1"/>
          </p:cNvSpPr>
          <p:nvPr>
            <p:ph type="ftr" sz="quarter" idx="11"/>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
        <p:nvSpPr>
          <p:cNvPr id="64" name="Slide Number Placeholder 9"/>
          <p:cNvSpPr>
            <a:spLocks noGrp="1"/>
          </p:cNvSpPr>
          <p:nvPr>
            <p:ph type="sldNum" sz="quarter" idx="12"/>
          </p:nvPr>
        </p:nvSpPr>
        <p:spPr/>
        <p:txBody>
          <a:bodyPr/>
          <a:lstStyle>
            <a:lvl1pPr>
              <a:defRPr/>
            </a:lvl1pPr>
          </a:lstStyle>
          <a:p>
            <a:pPr>
              <a:defRPr/>
            </a:pPr>
            <a:fld id="{BCF6E8C5-46C5-4065-B7C6-3D8C05D849D9}"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Tree>
    <p:extLst>
      <p:ext uri="{BB962C8B-B14F-4D97-AF65-F5344CB8AC3E}">
        <p14:creationId xmlns:p14="http://schemas.microsoft.com/office/powerpoint/2010/main" val="2437301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Page with Sub-Title">
    <p:spTree>
      <p:nvGrpSpPr>
        <p:cNvPr id="1" name=""/>
        <p:cNvGrpSpPr/>
        <p:nvPr/>
      </p:nvGrpSpPr>
      <p:grpSpPr>
        <a:xfrm>
          <a:off x="0" y="0"/>
          <a:ext cx="0" cy="0"/>
          <a:chOff x="0" y="0"/>
          <a:chExt cx="0" cy="0"/>
        </a:xfrm>
      </p:grpSpPr>
      <p:sp>
        <p:nvSpPr>
          <p:cNvPr id="5" name="Freeform 1682"/>
          <p:cNvSpPr>
            <a:spLocks/>
          </p:cNvSpPr>
          <p:nvPr/>
        </p:nvSpPr>
        <p:spPr bwMode="auto">
          <a:xfrm flipH="1">
            <a:off x="8506884" y="615953"/>
            <a:ext cx="1352549" cy="1895475"/>
          </a:xfrm>
          <a:custGeom>
            <a:avLst/>
            <a:gdLst>
              <a:gd name="T0" fmla="*/ 0 w 638"/>
              <a:gd name="T1" fmla="*/ 0 h 1194"/>
              <a:gd name="T2" fmla="*/ 2147483647 w 638"/>
              <a:gd name="T3" fmla="*/ 2147483647 h 1194"/>
              <a:gd name="T4" fmla="*/ 2147483647 w 638"/>
              <a:gd name="T5" fmla="*/ 2147483647 h 1194"/>
              <a:gd name="T6" fmla="*/ 2147483647 w 638"/>
              <a:gd name="T7" fmla="*/ 2147483647 h 1194"/>
              <a:gd name="T8" fmla="*/ 2147483647 w 638"/>
              <a:gd name="T9" fmla="*/ 2147483647 h 1194"/>
              <a:gd name="T10" fmla="*/ 2147483647 w 638"/>
              <a:gd name="T11" fmla="*/ 2147483647 h 1194"/>
              <a:gd name="T12" fmla="*/ 2147483647 w 638"/>
              <a:gd name="T13" fmla="*/ 2147483647 h 1194"/>
              <a:gd name="T14" fmla="*/ 2147483647 w 638"/>
              <a:gd name="T15" fmla="*/ 2147483647 h 1194"/>
              <a:gd name="T16" fmla="*/ 2147483647 w 638"/>
              <a:gd name="T17" fmla="*/ 2147483647 h 1194"/>
              <a:gd name="T18" fmla="*/ 2147483647 w 638"/>
              <a:gd name="T19" fmla="*/ 2147483647 h 1194"/>
              <a:gd name="T20" fmla="*/ 2147483647 w 638"/>
              <a:gd name="T21" fmla="*/ 2147483647 h 1194"/>
              <a:gd name="T22" fmla="*/ 2147483647 w 638"/>
              <a:gd name="T23" fmla="*/ 2147483647 h 1194"/>
              <a:gd name="T24" fmla="*/ 2147483647 w 638"/>
              <a:gd name="T25" fmla="*/ 2147483647 h 1194"/>
              <a:gd name="T26" fmla="*/ 2147483647 w 638"/>
              <a:gd name="T27" fmla="*/ 2147483647 h 1194"/>
              <a:gd name="T28" fmla="*/ 2147483647 w 638"/>
              <a:gd name="T29" fmla="*/ 2147483647 h 1194"/>
              <a:gd name="T30" fmla="*/ 2147483647 w 638"/>
              <a:gd name="T31" fmla="*/ 2147483647 h 1194"/>
              <a:gd name="T32" fmla="*/ 2147483647 w 638"/>
              <a:gd name="T33" fmla="*/ 2147483647 h 1194"/>
              <a:gd name="T34" fmla="*/ 2147483647 w 638"/>
              <a:gd name="T35" fmla="*/ 2147483647 h 1194"/>
              <a:gd name="T36" fmla="*/ 2147483647 w 638"/>
              <a:gd name="T37" fmla="*/ 2147483647 h 1194"/>
              <a:gd name="T38" fmla="*/ 2147483647 w 638"/>
              <a:gd name="T39" fmla="*/ 2147483647 h 1194"/>
              <a:gd name="T40" fmla="*/ 2147483647 w 638"/>
              <a:gd name="T41" fmla="*/ 2147483647 h 1194"/>
              <a:gd name="T42" fmla="*/ 2147483647 w 638"/>
              <a:gd name="T43" fmla="*/ 2147483647 h 1194"/>
              <a:gd name="T44" fmla="*/ 2147483647 w 638"/>
              <a:gd name="T45" fmla="*/ 2147483647 h 1194"/>
              <a:gd name="T46" fmla="*/ 2147483647 w 638"/>
              <a:gd name="T47" fmla="*/ 2147483647 h 1194"/>
              <a:gd name="T48" fmla="*/ 2147483647 w 638"/>
              <a:gd name="T49" fmla="*/ 2147483647 h 1194"/>
              <a:gd name="T50" fmla="*/ 2147483647 w 638"/>
              <a:gd name="T51" fmla="*/ 2147483647 h 1194"/>
              <a:gd name="T52" fmla="*/ 2147483647 w 638"/>
              <a:gd name="T53" fmla="*/ 2147483647 h 1194"/>
              <a:gd name="T54" fmla="*/ 2147483647 w 638"/>
              <a:gd name="T55" fmla="*/ 2147483647 h 1194"/>
              <a:gd name="T56" fmla="*/ 0 w 638"/>
              <a:gd name="T57" fmla="*/ 0 h 11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38" h="1194">
                <a:moveTo>
                  <a:pt x="0" y="0"/>
                </a:moveTo>
                <a:lnTo>
                  <a:pt x="38" y="110"/>
                </a:lnTo>
                <a:lnTo>
                  <a:pt x="78" y="216"/>
                </a:lnTo>
                <a:lnTo>
                  <a:pt x="106" y="304"/>
                </a:lnTo>
                <a:lnTo>
                  <a:pt x="136" y="398"/>
                </a:lnTo>
                <a:lnTo>
                  <a:pt x="164" y="506"/>
                </a:lnTo>
                <a:lnTo>
                  <a:pt x="206" y="672"/>
                </a:lnTo>
                <a:lnTo>
                  <a:pt x="236" y="788"/>
                </a:lnTo>
                <a:lnTo>
                  <a:pt x="272" y="990"/>
                </a:lnTo>
                <a:lnTo>
                  <a:pt x="286" y="1086"/>
                </a:lnTo>
                <a:lnTo>
                  <a:pt x="302" y="1194"/>
                </a:lnTo>
                <a:lnTo>
                  <a:pt x="638" y="1194"/>
                </a:lnTo>
                <a:lnTo>
                  <a:pt x="624" y="1142"/>
                </a:lnTo>
                <a:lnTo>
                  <a:pt x="598" y="1060"/>
                </a:lnTo>
                <a:lnTo>
                  <a:pt x="572" y="980"/>
                </a:lnTo>
                <a:lnTo>
                  <a:pt x="548" y="912"/>
                </a:lnTo>
                <a:lnTo>
                  <a:pt x="494" y="784"/>
                </a:lnTo>
                <a:lnTo>
                  <a:pt x="456" y="698"/>
                </a:lnTo>
                <a:lnTo>
                  <a:pt x="424" y="626"/>
                </a:lnTo>
                <a:lnTo>
                  <a:pt x="378" y="532"/>
                </a:lnTo>
                <a:lnTo>
                  <a:pt x="340" y="470"/>
                </a:lnTo>
                <a:lnTo>
                  <a:pt x="306" y="414"/>
                </a:lnTo>
                <a:lnTo>
                  <a:pt x="268" y="342"/>
                </a:lnTo>
                <a:lnTo>
                  <a:pt x="228" y="286"/>
                </a:lnTo>
                <a:lnTo>
                  <a:pt x="174" y="210"/>
                </a:lnTo>
                <a:lnTo>
                  <a:pt x="122" y="140"/>
                </a:lnTo>
                <a:lnTo>
                  <a:pt x="58" y="52"/>
                </a:lnTo>
                <a:lnTo>
                  <a:pt x="30" y="2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7" name="Freeform 1683"/>
          <p:cNvSpPr>
            <a:spLocks/>
          </p:cNvSpPr>
          <p:nvPr/>
        </p:nvSpPr>
        <p:spPr bwMode="auto">
          <a:xfrm flipH="1">
            <a:off x="9880600" y="3175"/>
            <a:ext cx="950384" cy="584200"/>
          </a:xfrm>
          <a:custGeom>
            <a:avLst/>
            <a:gdLst>
              <a:gd name="T0" fmla="*/ 2147483647 w 448"/>
              <a:gd name="T1" fmla="*/ 2147483647 h 372"/>
              <a:gd name="T2" fmla="*/ 2147483647 w 448"/>
              <a:gd name="T3" fmla="*/ 2147483647 h 372"/>
              <a:gd name="T4" fmla="*/ 2147483647 w 448"/>
              <a:gd name="T5" fmla="*/ 2147483647 h 372"/>
              <a:gd name="T6" fmla="*/ 2147483647 w 448"/>
              <a:gd name="T7" fmla="*/ 2147483647 h 372"/>
              <a:gd name="T8" fmla="*/ 2147483647 w 448"/>
              <a:gd name="T9" fmla="*/ 2147483647 h 372"/>
              <a:gd name="T10" fmla="*/ 2147483647 w 448"/>
              <a:gd name="T11" fmla="*/ 2147483647 h 372"/>
              <a:gd name="T12" fmla="*/ 0 w 448"/>
              <a:gd name="T13" fmla="*/ 0 h 372"/>
              <a:gd name="T14" fmla="*/ 2147483647 w 448"/>
              <a:gd name="T15" fmla="*/ 0 h 372"/>
              <a:gd name="T16" fmla="*/ 2147483647 w 448"/>
              <a:gd name="T17" fmla="*/ 2147483647 h 372"/>
              <a:gd name="T18" fmla="*/ 2147483647 w 448"/>
              <a:gd name="T19" fmla="*/ 2147483647 h 372"/>
              <a:gd name="T20" fmla="*/ 2147483647 w 448"/>
              <a:gd name="T21" fmla="*/ 2147483647 h 372"/>
              <a:gd name="T22" fmla="*/ 2147483647 w 448"/>
              <a:gd name="T23" fmla="*/ 2147483647 h 372"/>
              <a:gd name="T24" fmla="*/ 2147483647 w 448"/>
              <a:gd name="T25" fmla="*/ 2147483647 h 372"/>
              <a:gd name="T26" fmla="*/ 2147483647 w 448"/>
              <a:gd name="T27" fmla="*/ 2147483647 h 372"/>
              <a:gd name="T28" fmla="*/ 2147483647 w 448"/>
              <a:gd name="T29" fmla="*/ 2147483647 h 3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8" h="372">
                <a:moveTo>
                  <a:pt x="448" y="372"/>
                </a:moveTo>
                <a:lnTo>
                  <a:pt x="388" y="302"/>
                </a:lnTo>
                <a:lnTo>
                  <a:pt x="280" y="208"/>
                </a:lnTo>
                <a:lnTo>
                  <a:pt x="210" y="142"/>
                </a:lnTo>
                <a:lnTo>
                  <a:pt x="140" y="94"/>
                </a:lnTo>
                <a:lnTo>
                  <a:pt x="64" y="44"/>
                </a:lnTo>
                <a:lnTo>
                  <a:pt x="0" y="0"/>
                </a:lnTo>
                <a:lnTo>
                  <a:pt x="280" y="0"/>
                </a:lnTo>
                <a:lnTo>
                  <a:pt x="300" y="36"/>
                </a:lnTo>
                <a:lnTo>
                  <a:pt x="324" y="82"/>
                </a:lnTo>
                <a:lnTo>
                  <a:pt x="346" y="134"/>
                </a:lnTo>
                <a:lnTo>
                  <a:pt x="378" y="206"/>
                </a:lnTo>
                <a:lnTo>
                  <a:pt x="408" y="264"/>
                </a:lnTo>
                <a:lnTo>
                  <a:pt x="434" y="334"/>
                </a:lnTo>
                <a:lnTo>
                  <a:pt x="448" y="37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24" name="Title 323"/>
          <p:cNvSpPr>
            <a:spLocks noGrp="1"/>
          </p:cNvSpPr>
          <p:nvPr>
            <p:ph type="title"/>
          </p:nvPr>
        </p:nvSpPr>
        <p:spPr>
          <a:xfrm>
            <a:off x="475914" y="301625"/>
            <a:ext cx="11252649" cy="667338"/>
          </a:xfrm>
        </p:spPr>
        <p:txBody>
          <a:bodyPr/>
          <a:lstStyle>
            <a:lvl1pPr>
              <a:defRPr b="0" i="0" cap="none" baseline="0">
                <a:solidFill>
                  <a:srgbClr val="021F43"/>
                </a:solidFill>
                <a:latin typeface="+mn-lt"/>
                <a:cs typeface="Andes ExtraLight"/>
              </a:defRPr>
            </a:lvl1pPr>
          </a:lstStyle>
          <a:p>
            <a:r>
              <a:rPr lang="en-US"/>
              <a:t>Click to edit Master title style</a:t>
            </a:r>
            <a:endParaRPr lang="en-US" dirty="0"/>
          </a:p>
        </p:txBody>
      </p:sp>
      <p:sp>
        <p:nvSpPr>
          <p:cNvPr id="331" name="Content Placeholder 330"/>
          <p:cNvSpPr>
            <a:spLocks noGrp="1"/>
          </p:cNvSpPr>
          <p:nvPr>
            <p:ph sz="quarter" idx="10"/>
          </p:nvPr>
        </p:nvSpPr>
        <p:spPr>
          <a:xfrm>
            <a:off x="475914" y="1599260"/>
            <a:ext cx="11253740" cy="4462104"/>
          </a:xfrm>
        </p:spPr>
        <p:txBody>
          <a:bodyPr/>
          <a:lstStyle>
            <a:lvl1pPr>
              <a:defRPr>
                <a:solidFill>
                  <a:srgbClr val="7F7F7F"/>
                </a:solidFill>
              </a:defRPr>
            </a:lvl1pPr>
            <a:lvl2pPr>
              <a:buClr>
                <a:schemeClr val="tx2">
                  <a:lumMod val="50000"/>
                  <a:lumOff val="50000"/>
                </a:schemeClr>
              </a:buClr>
              <a:defRPr>
                <a:solidFill>
                  <a:srgbClr val="7F7F7F"/>
                </a:solidFill>
              </a:defRPr>
            </a:lvl2pPr>
            <a:lvl3pPr marL="557784">
              <a:buClr>
                <a:schemeClr val="tx2">
                  <a:lumMod val="50000"/>
                  <a:lumOff val="50000"/>
                </a:schemeClr>
              </a:buClr>
              <a:defRPr>
                <a:solidFill>
                  <a:srgbClr val="7F7F7F"/>
                </a:solidFill>
              </a:defRPr>
            </a:lvl3pPr>
            <a:lvl4pPr>
              <a:buClr>
                <a:schemeClr val="tx2">
                  <a:lumMod val="50000"/>
                  <a:lumOff val="50000"/>
                </a:schemeClr>
              </a:buClr>
              <a:defRPr>
                <a:solidFill>
                  <a:srgbClr val="7F7F7F"/>
                </a:solidFill>
              </a:defRPr>
            </a:lvl4pPr>
            <a:lvl5pPr>
              <a:buClr>
                <a:schemeClr val="tx2">
                  <a:lumMod val="50000"/>
                  <a:lumOff val="50000"/>
                </a:schemeClr>
              </a:buClr>
              <a:defRPr>
                <a:solidFill>
                  <a:srgbClr val="7F7F7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4"/>
          </p:nvPr>
        </p:nvSpPr>
        <p:spPr>
          <a:xfrm>
            <a:off x="475914" y="1025408"/>
            <a:ext cx="11247297" cy="517408"/>
          </a:xfrm>
        </p:spPr>
        <p:txBody>
          <a:bodyPr>
            <a:normAutofit/>
          </a:bodyPr>
          <a:lstStyle>
            <a:lvl1pPr algn="l">
              <a:lnSpc>
                <a:spcPct val="100000"/>
              </a:lnSpc>
              <a:spcBef>
                <a:spcPts val="0"/>
              </a:spcBef>
              <a:defRPr sz="1600" b="0" cap="none" baseline="0">
                <a:solidFill>
                  <a:schemeClr val="tx1"/>
                </a:solidFill>
              </a:defRPr>
            </a:lvl1pPr>
            <a:lvl2pPr>
              <a:defRPr sz="1600" cap="all">
                <a:solidFill>
                  <a:schemeClr val="tx2">
                    <a:lumMod val="50000"/>
                    <a:lumOff val="50000"/>
                  </a:schemeClr>
                </a:solidFill>
              </a:defRPr>
            </a:lvl2pPr>
            <a:lvl3pPr>
              <a:defRPr sz="1600" cap="all">
                <a:solidFill>
                  <a:schemeClr val="tx2">
                    <a:lumMod val="50000"/>
                    <a:lumOff val="50000"/>
                  </a:schemeClr>
                </a:solidFill>
              </a:defRPr>
            </a:lvl3pPr>
            <a:lvl4pPr>
              <a:defRPr sz="1600" cap="all">
                <a:solidFill>
                  <a:schemeClr val="tx2">
                    <a:lumMod val="50000"/>
                    <a:lumOff val="50000"/>
                  </a:schemeClr>
                </a:solidFill>
              </a:defRPr>
            </a:lvl4pPr>
            <a:lvl5pPr>
              <a:defRPr sz="1600" cap="all">
                <a:solidFill>
                  <a:schemeClr val="tx2">
                    <a:lumMod val="50000"/>
                    <a:lumOff val="50000"/>
                  </a:schemeClr>
                </a:solidFill>
              </a:defRPr>
            </a:lvl5pPr>
          </a:lstStyle>
          <a:p>
            <a:pPr lvl="0"/>
            <a:r>
              <a:rPr lang="en-US"/>
              <a:t>Click to edit Master text styles</a:t>
            </a:r>
          </a:p>
        </p:txBody>
      </p:sp>
      <p:sp>
        <p:nvSpPr>
          <p:cNvPr id="8" name="Footer Placeholder 1"/>
          <p:cNvSpPr>
            <a:spLocks noGrp="1"/>
          </p:cNvSpPr>
          <p:nvPr>
            <p:ph type="ftr" sz="quarter" idx="15"/>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
        <p:nvSpPr>
          <p:cNvPr id="9" name="Slide Number Placeholder 2"/>
          <p:cNvSpPr>
            <a:spLocks noGrp="1"/>
          </p:cNvSpPr>
          <p:nvPr>
            <p:ph type="sldNum" sz="quarter" idx="16"/>
          </p:nvPr>
        </p:nvSpPr>
        <p:spPr/>
        <p:txBody>
          <a:bodyPr/>
          <a:lstStyle>
            <a:lvl1pPr>
              <a:defRPr/>
            </a:lvl1pPr>
          </a:lstStyle>
          <a:p>
            <a:pPr>
              <a:defRPr/>
            </a:pPr>
            <a:fld id="{C9C3047E-C5BE-4D39-88CB-E812D3D65702}"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Tree>
    <p:extLst>
      <p:ext uri="{BB962C8B-B14F-4D97-AF65-F5344CB8AC3E}">
        <p14:creationId xmlns:p14="http://schemas.microsoft.com/office/powerpoint/2010/main" val="3022766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ft Titl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75912" y="306742"/>
            <a:ext cx="4014520" cy="5616076"/>
          </a:xfrm>
        </p:spPr>
        <p:txBody>
          <a:bodyPr anchor="ctr"/>
          <a:lstStyle>
            <a:lvl1pPr algn="l">
              <a:defRPr sz="2400" b="0" i="0" cap="all" baseline="0">
                <a:solidFill>
                  <a:schemeClr val="tx1"/>
                </a:solidFill>
                <a:latin typeface="+mn-lt"/>
                <a:cs typeface="Andes ExtraLight"/>
              </a:defRPr>
            </a:lvl1pPr>
            <a:lvl2pPr algn="l">
              <a:defRPr sz="2400" b="0" i="0" cap="all">
                <a:solidFill>
                  <a:schemeClr val="tx2">
                    <a:lumMod val="50000"/>
                    <a:lumOff val="50000"/>
                  </a:schemeClr>
                </a:solidFill>
                <a:latin typeface="+mn-lt"/>
                <a:cs typeface="Andes ExtraLight"/>
              </a:defRPr>
            </a:lvl2pPr>
            <a:lvl3pPr algn="l">
              <a:defRPr sz="2400" b="0" i="0" cap="all">
                <a:solidFill>
                  <a:schemeClr val="tx2">
                    <a:lumMod val="50000"/>
                    <a:lumOff val="50000"/>
                  </a:schemeClr>
                </a:solidFill>
                <a:latin typeface="+mn-lt"/>
                <a:cs typeface="Andes ExtraLight"/>
              </a:defRPr>
            </a:lvl3pPr>
            <a:lvl4pPr algn="l">
              <a:defRPr sz="2400" b="0" i="0" cap="all">
                <a:solidFill>
                  <a:schemeClr val="tx2">
                    <a:lumMod val="50000"/>
                    <a:lumOff val="50000"/>
                  </a:schemeClr>
                </a:solidFill>
                <a:latin typeface="+mn-lt"/>
                <a:cs typeface="Andes ExtraLight"/>
              </a:defRPr>
            </a:lvl4pPr>
            <a:lvl5pPr algn="l">
              <a:defRPr sz="2400" b="0" i="0" cap="all">
                <a:solidFill>
                  <a:schemeClr val="tx2">
                    <a:lumMod val="50000"/>
                    <a:lumOff val="50000"/>
                  </a:schemeClr>
                </a:solidFill>
                <a:latin typeface="+mn-lt"/>
                <a:cs typeface="Andes ExtraLight"/>
              </a:defRPr>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4910668" y="295618"/>
            <a:ext cx="6942667" cy="5592567"/>
          </a:xfrm>
        </p:spPr>
        <p:txBody>
          <a:bodyPr anchor="ctr"/>
          <a:lstStyle>
            <a:lvl1pPr>
              <a:defRPr sz="1600">
                <a:solidFill>
                  <a:schemeClr val="tx2">
                    <a:lumMod val="50000"/>
                    <a:lumOff val="50000"/>
                  </a:schemeClr>
                </a:solidFill>
              </a:defRPr>
            </a:lvl1pPr>
            <a:lvl2pPr>
              <a:buClr>
                <a:schemeClr val="tx2">
                  <a:lumMod val="50000"/>
                  <a:lumOff val="50000"/>
                </a:schemeClr>
              </a:buClr>
              <a:defRPr sz="1600">
                <a:solidFill>
                  <a:schemeClr val="tx2">
                    <a:lumMod val="50000"/>
                    <a:lumOff val="50000"/>
                  </a:schemeClr>
                </a:solidFill>
              </a:defRPr>
            </a:lvl2pPr>
            <a:lvl3pPr marL="557784">
              <a:buClr>
                <a:schemeClr val="tx2">
                  <a:lumMod val="50000"/>
                  <a:lumOff val="50000"/>
                </a:schemeClr>
              </a:buClr>
              <a:defRPr sz="1600">
                <a:solidFill>
                  <a:schemeClr val="tx2">
                    <a:lumMod val="50000"/>
                    <a:lumOff val="50000"/>
                  </a:schemeClr>
                </a:solidFill>
              </a:defRPr>
            </a:lvl3pPr>
            <a:lvl4pPr>
              <a:buClr>
                <a:schemeClr val="tx2">
                  <a:lumMod val="50000"/>
                  <a:lumOff val="50000"/>
                </a:schemeClr>
              </a:buClr>
              <a:defRPr sz="1600">
                <a:solidFill>
                  <a:schemeClr val="tx2">
                    <a:lumMod val="50000"/>
                    <a:lumOff val="50000"/>
                  </a:schemeClr>
                </a:solidFill>
              </a:defRPr>
            </a:lvl4pPr>
            <a:lvl5pPr>
              <a:buClr>
                <a:schemeClr val="tx2">
                  <a:lumMod val="50000"/>
                  <a:lumOff val="50000"/>
                </a:schemeClr>
              </a:buClr>
              <a:defRPr sz="1600">
                <a:solidFill>
                  <a:schemeClr val="tx2">
                    <a:lumMod val="50000"/>
                    <a:lumOff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3"/>
          <p:cNvSpPr>
            <a:spLocks noGrp="1"/>
          </p:cNvSpPr>
          <p:nvPr>
            <p:ph type="sldNum" sz="quarter" idx="10"/>
          </p:nvPr>
        </p:nvSpPr>
        <p:spPr/>
        <p:txBody>
          <a:bodyPr/>
          <a:lstStyle>
            <a:lvl1pPr>
              <a:defRPr/>
            </a:lvl1pPr>
          </a:lstStyle>
          <a:p>
            <a:pPr>
              <a:defRPr/>
            </a:pPr>
            <a:fld id="{1D1A891D-FDB6-4BF6-8EB4-FD33452D64A0}"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3176544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 Title">
    <p:spTree>
      <p:nvGrpSpPr>
        <p:cNvPr id="1" name=""/>
        <p:cNvGrpSpPr/>
        <p:nvPr/>
      </p:nvGrpSpPr>
      <p:grpSpPr>
        <a:xfrm>
          <a:off x="0" y="0"/>
          <a:ext cx="0" cy="0"/>
          <a:chOff x="0" y="0"/>
          <a:chExt cx="0" cy="0"/>
        </a:xfrm>
      </p:grpSpPr>
      <p:sp>
        <p:nvSpPr>
          <p:cNvPr id="2" name="Title 1"/>
          <p:cNvSpPr>
            <a:spLocks noGrp="1"/>
          </p:cNvSpPr>
          <p:nvPr>
            <p:ph type="title"/>
          </p:nvPr>
        </p:nvSpPr>
        <p:spPr>
          <a:xfrm>
            <a:off x="475913" y="288638"/>
            <a:ext cx="11377423" cy="461819"/>
          </a:xfrm>
        </p:spPr>
        <p:txBody>
          <a:bodyPr/>
          <a:lstStyle>
            <a:lvl1pPr>
              <a:defRPr sz="2200" b="0" i="0" baseline="0">
                <a:solidFill>
                  <a:srgbClr val="021F43"/>
                </a:solidFill>
                <a:latin typeface="+mn-lt"/>
                <a:cs typeface="Andes ExtraLight"/>
              </a:defRPr>
            </a:lvl1pPr>
          </a:lstStyle>
          <a:p>
            <a:r>
              <a:rPr lang="en-US"/>
              <a:t>Click to edit Master title style</a:t>
            </a:r>
            <a:endParaRPr lang="en-US" dirty="0"/>
          </a:p>
        </p:txBody>
      </p:sp>
      <p:sp>
        <p:nvSpPr>
          <p:cNvPr id="4" name="Content Placeholder 3"/>
          <p:cNvSpPr>
            <a:spLocks noGrp="1"/>
          </p:cNvSpPr>
          <p:nvPr>
            <p:ph sz="half" idx="2"/>
          </p:nvPr>
        </p:nvSpPr>
        <p:spPr>
          <a:xfrm>
            <a:off x="4910668" y="983838"/>
            <a:ext cx="6942667" cy="4904344"/>
          </a:xfrm>
        </p:spPr>
        <p:txBody>
          <a:bodyPr anchor="ctr"/>
          <a:lstStyle>
            <a:lvl1pPr>
              <a:defRPr sz="1600">
                <a:solidFill>
                  <a:schemeClr val="tx2">
                    <a:lumMod val="50000"/>
                    <a:lumOff val="50000"/>
                  </a:schemeClr>
                </a:solidFill>
              </a:defRPr>
            </a:lvl1pPr>
            <a:lvl2pPr>
              <a:buClr>
                <a:schemeClr val="tx2">
                  <a:lumMod val="50000"/>
                  <a:lumOff val="50000"/>
                </a:schemeClr>
              </a:buClr>
              <a:defRPr sz="1600">
                <a:solidFill>
                  <a:schemeClr val="tx2">
                    <a:lumMod val="50000"/>
                    <a:lumOff val="50000"/>
                  </a:schemeClr>
                </a:solidFill>
              </a:defRPr>
            </a:lvl2pPr>
            <a:lvl3pPr marL="557784">
              <a:buClr>
                <a:schemeClr val="tx2">
                  <a:lumMod val="50000"/>
                  <a:lumOff val="50000"/>
                </a:schemeClr>
              </a:buClr>
              <a:defRPr sz="1600">
                <a:solidFill>
                  <a:schemeClr val="tx2">
                    <a:lumMod val="50000"/>
                    <a:lumOff val="50000"/>
                  </a:schemeClr>
                </a:solidFill>
              </a:defRPr>
            </a:lvl3pPr>
            <a:lvl4pPr>
              <a:buClr>
                <a:schemeClr val="tx2">
                  <a:lumMod val="50000"/>
                  <a:lumOff val="50000"/>
                </a:schemeClr>
              </a:buClr>
              <a:defRPr sz="1600">
                <a:solidFill>
                  <a:schemeClr val="tx2">
                    <a:lumMod val="50000"/>
                    <a:lumOff val="50000"/>
                  </a:schemeClr>
                </a:solidFill>
              </a:defRPr>
            </a:lvl4pPr>
            <a:lvl5pPr>
              <a:buClr>
                <a:schemeClr val="tx2">
                  <a:lumMod val="50000"/>
                  <a:lumOff val="50000"/>
                </a:schemeClr>
              </a:buClr>
              <a:defRPr sz="1600">
                <a:solidFill>
                  <a:schemeClr val="tx2">
                    <a:lumMod val="50000"/>
                    <a:lumOff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3"/>
          <p:cNvSpPr>
            <a:spLocks noGrp="1"/>
          </p:cNvSpPr>
          <p:nvPr>
            <p:ph type="sldNum" sz="quarter" idx="10"/>
          </p:nvPr>
        </p:nvSpPr>
        <p:spPr/>
        <p:txBody>
          <a:bodyPr/>
          <a:lstStyle>
            <a:lvl1pPr>
              <a:defRPr/>
            </a:lvl1pPr>
          </a:lstStyle>
          <a:p>
            <a:pPr>
              <a:defRPr/>
            </a:pPr>
            <a:fld id="{BC42CC20-EE16-4553-BD62-6DC7155AF68A}"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627252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aragraph with Graphic Element">
    <p:spTree>
      <p:nvGrpSpPr>
        <p:cNvPr id="1" name=""/>
        <p:cNvGrpSpPr/>
        <p:nvPr/>
      </p:nvGrpSpPr>
      <p:grpSpPr>
        <a:xfrm>
          <a:off x="0" y="0"/>
          <a:ext cx="0" cy="0"/>
          <a:chOff x="0" y="0"/>
          <a:chExt cx="0" cy="0"/>
        </a:xfrm>
      </p:grpSpPr>
      <p:sp>
        <p:nvSpPr>
          <p:cNvPr id="2" name="Title 1"/>
          <p:cNvSpPr>
            <a:spLocks noGrp="1"/>
          </p:cNvSpPr>
          <p:nvPr>
            <p:ph type="title"/>
          </p:nvPr>
        </p:nvSpPr>
        <p:spPr>
          <a:xfrm>
            <a:off x="427789" y="288638"/>
            <a:ext cx="11425544" cy="461819"/>
          </a:xfrm>
        </p:spPr>
        <p:txBody>
          <a:bodyPr/>
          <a:lstStyle>
            <a:lvl1pPr>
              <a:defRPr sz="2200" b="0" i="0" cap="none" baseline="0">
                <a:solidFill>
                  <a:srgbClr val="021F43"/>
                </a:solidFill>
                <a:latin typeface="+mn-lt"/>
                <a:cs typeface="Andes ExtraLight"/>
              </a:defRPr>
            </a:lvl1pPr>
          </a:lstStyle>
          <a:p>
            <a:r>
              <a:rPr lang="en-US"/>
              <a:t>Click to edit Master title style</a:t>
            </a:r>
            <a:endParaRPr lang="en-US" dirty="0"/>
          </a:p>
        </p:txBody>
      </p:sp>
      <p:sp>
        <p:nvSpPr>
          <p:cNvPr id="4" name="Content Placeholder 3"/>
          <p:cNvSpPr>
            <a:spLocks noGrp="1"/>
          </p:cNvSpPr>
          <p:nvPr>
            <p:ph sz="half" idx="2"/>
          </p:nvPr>
        </p:nvSpPr>
        <p:spPr>
          <a:xfrm>
            <a:off x="4830457" y="1443791"/>
            <a:ext cx="7076351" cy="4545263"/>
          </a:xfrm>
        </p:spPr>
        <p:txBody>
          <a:bodyPr/>
          <a:lstStyle>
            <a:lvl1pPr>
              <a:defRPr sz="1600">
                <a:solidFill>
                  <a:schemeClr val="tx2">
                    <a:lumMod val="50000"/>
                    <a:lumOff val="50000"/>
                  </a:schemeClr>
                </a:solidFill>
              </a:defRPr>
            </a:lvl1pPr>
            <a:lvl2pPr>
              <a:buClr>
                <a:schemeClr val="tx2">
                  <a:lumMod val="50000"/>
                  <a:lumOff val="50000"/>
                </a:schemeClr>
              </a:buClr>
              <a:defRPr sz="1600">
                <a:solidFill>
                  <a:schemeClr val="tx2">
                    <a:lumMod val="50000"/>
                    <a:lumOff val="50000"/>
                  </a:schemeClr>
                </a:solidFill>
              </a:defRPr>
            </a:lvl2pPr>
            <a:lvl3pPr marL="557784">
              <a:buClr>
                <a:schemeClr val="tx2">
                  <a:lumMod val="50000"/>
                  <a:lumOff val="50000"/>
                </a:schemeClr>
              </a:buClr>
              <a:defRPr sz="1600">
                <a:solidFill>
                  <a:schemeClr val="tx2">
                    <a:lumMod val="50000"/>
                    <a:lumOff val="50000"/>
                  </a:schemeClr>
                </a:solidFill>
              </a:defRPr>
            </a:lvl3pPr>
            <a:lvl4pPr>
              <a:buClr>
                <a:schemeClr val="tx2">
                  <a:lumMod val="50000"/>
                  <a:lumOff val="50000"/>
                </a:schemeClr>
              </a:buClr>
              <a:defRPr sz="1600">
                <a:solidFill>
                  <a:schemeClr val="tx2">
                    <a:lumMod val="50000"/>
                    <a:lumOff val="50000"/>
                  </a:schemeClr>
                </a:solidFill>
              </a:defRPr>
            </a:lvl4pPr>
            <a:lvl5pPr>
              <a:buClr>
                <a:schemeClr val="tx2">
                  <a:lumMod val="50000"/>
                  <a:lumOff val="50000"/>
                </a:schemeClr>
              </a:buClr>
              <a:defRPr sz="1600">
                <a:solidFill>
                  <a:schemeClr val="tx2">
                    <a:lumMod val="50000"/>
                    <a:lumOff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3"/>
          </p:nvPr>
        </p:nvSpPr>
        <p:spPr>
          <a:xfrm>
            <a:off x="428126" y="1003049"/>
            <a:ext cx="4117137" cy="4972050"/>
          </a:xfrm>
        </p:spPr>
        <p:txBody>
          <a:bodyPr rIns="182880" anchor="ctr"/>
          <a:lstStyle>
            <a:lvl1pPr>
              <a:defRPr sz="1600" baseline="0"/>
            </a:lvl1pPr>
          </a:lstStyle>
          <a:p>
            <a:pPr lvl="0"/>
            <a:r>
              <a:rPr lang="en-US"/>
              <a:t>Click to edit Master text styles</a:t>
            </a:r>
          </a:p>
        </p:txBody>
      </p:sp>
      <p:sp>
        <p:nvSpPr>
          <p:cNvPr id="12" name="Text Placeholder 11"/>
          <p:cNvSpPr>
            <a:spLocks noGrp="1"/>
          </p:cNvSpPr>
          <p:nvPr>
            <p:ph type="body" sz="quarter" idx="14"/>
          </p:nvPr>
        </p:nvSpPr>
        <p:spPr>
          <a:xfrm>
            <a:off x="4830235" y="976315"/>
            <a:ext cx="7058749" cy="414003"/>
          </a:xfrm>
        </p:spPr>
        <p:txBody>
          <a:bodyPr/>
          <a:lstStyle>
            <a:lvl1pPr algn="ctr">
              <a:defRPr sz="1600" b="0" cap="all"/>
            </a:lvl1pPr>
          </a:lstStyle>
          <a:p>
            <a:pPr lvl="0"/>
            <a:r>
              <a:rPr lang="en-US"/>
              <a:t>Click to edit Master text styles</a:t>
            </a:r>
          </a:p>
        </p:txBody>
      </p:sp>
      <p:sp>
        <p:nvSpPr>
          <p:cNvPr id="7" name="Slide Number Placeholder 3"/>
          <p:cNvSpPr>
            <a:spLocks noGrp="1"/>
          </p:cNvSpPr>
          <p:nvPr>
            <p:ph type="sldNum" sz="quarter" idx="15"/>
          </p:nvPr>
        </p:nvSpPr>
        <p:spPr/>
        <p:txBody>
          <a:bodyPr/>
          <a:lstStyle>
            <a:lvl1pPr>
              <a:defRPr/>
            </a:lvl1pPr>
          </a:lstStyle>
          <a:p>
            <a:pPr>
              <a:defRPr/>
            </a:pPr>
            <a:fld id="{6B08E14A-D40A-42EA-8EE3-318D18D3A99E}"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8" name="Footer Placeholder 4"/>
          <p:cNvSpPr>
            <a:spLocks noGrp="1"/>
          </p:cNvSpPr>
          <p:nvPr>
            <p:ph type="ftr" sz="quarter" idx="16"/>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16080820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sion Slide">
    <p:spTree>
      <p:nvGrpSpPr>
        <p:cNvPr id="1" name=""/>
        <p:cNvGrpSpPr/>
        <p:nvPr/>
      </p:nvGrpSpPr>
      <p:grpSpPr>
        <a:xfrm>
          <a:off x="0" y="0"/>
          <a:ext cx="0" cy="0"/>
          <a:chOff x="0" y="0"/>
          <a:chExt cx="0" cy="0"/>
        </a:xfrm>
      </p:grpSpPr>
      <p:sp>
        <p:nvSpPr>
          <p:cNvPr id="2" name="Title 1"/>
          <p:cNvSpPr>
            <a:spLocks noGrp="1"/>
          </p:cNvSpPr>
          <p:nvPr>
            <p:ph type="title"/>
          </p:nvPr>
        </p:nvSpPr>
        <p:spPr>
          <a:xfrm>
            <a:off x="475912" y="307477"/>
            <a:ext cx="11213472" cy="983693"/>
          </a:xfrm>
        </p:spPr>
        <p:txBody>
          <a:bodyPr/>
          <a:lstStyle>
            <a:lvl1pPr>
              <a:defRPr sz="2200" b="0" i="0" cap="none" baseline="0">
                <a:solidFill>
                  <a:srgbClr val="021F43"/>
                </a:solidFill>
                <a:latin typeface="+mj-lt"/>
                <a:cs typeface="Andes ExtraLight"/>
              </a:defRPr>
            </a:lvl1pPr>
          </a:lstStyle>
          <a:p>
            <a:r>
              <a:rPr lang="en-US"/>
              <a:t>Click to edit Master title style</a:t>
            </a:r>
            <a:endParaRPr lang="en-US" dirty="0"/>
          </a:p>
        </p:txBody>
      </p:sp>
      <p:sp>
        <p:nvSpPr>
          <p:cNvPr id="4" name="Content Placeholder 3"/>
          <p:cNvSpPr>
            <a:spLocks noGrp="1"/>
          </p:cNvSpPr>
          <p:nvPr>
            <p:ph sz="half" idx="2"/>
          </p:nvPr>
        </p:nvSpPr>
        <p:spPr>
          <a:xfrm>
            <a:off x="475914" y="1788583"/>
            <a:ext cx="5511031" cy="4399780"/>
          </a:xfrm>
        </p:spPr>
        <p:txBody>
          <a:bodyPr lIns="182880" rIns="182880" anchor="ctr"/>
          <a:lstStyle>
            <a:lvl1pPr marL="0" marR="0" indent="0" algn="l" defTabSz="914400" rtl="0" eaLnBrk="0" fontAlgn="base" latinLnBrk="0" hangingPunct="0">
              <a:lnSpc>
                <a:spcPct val="130000"/>
              </a:lnSpc>
              <a:spcBef>
                <a:spcPts val="1800"/>
              </a:spcBef>
              <a:spcAft>
                <a:spcPct val="0"/>
              </a:spcAft>
              <a:buClr>
                <a:schemeClr val="tx2">
                  <a:lumMod val="75000"/>
                  <a:lumOff val="25000"/>
                </a:schemeClr>
              </a:buClr>
              <a:buSzTx/>
              <a:buFontTx/>
              <a:buNone/>
              <a:tabLst/>
              <a:defRPr sz="1600">
                <a:solidFill>
                  <a:srgbClr val="595959"/>
                </a:solidFill>
              </a:defRPr>
            </a:lvl1pPr>
            <a:lvl2pPr>
              <a:defRPr sz="1600">
                <a:solidFill>
                  <a:srgbClr val="595959"/>
                </a:solidFill>
              </a:defRPr>
            </a:lvl2pPr>
            <a:lvl3pPr>
              <a:defRPr sz="1600">
                <a:solidFill>
                  <a:srgbClr val="595959"/>
                </a:solidFill>
              </a:defRPr>
            </a:lvl3pPr>
            <a:lvl4pPr>
              <a:defRPr sz="1600">
                <a:solidFill>
                  <a:srgbClr val="595959"/>
                </a:solidFill>
              </a:defRPr>
            </a:lvl4pPr>
            <a:lvl5pPr>
              <a:defRPr sz="1600">
                <a:solidFill>
                  <a:srgbClr val="595959"/>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3"/>
          <p:cNvSpPr>
            <a:spLocks noGrp="1"/>
          </p:cNvSpPr>
          <p:nvPr>
            <p:ph sz="half" idx="11"/>
          </p:nvPr>
        </p:nvSpPr>
        <p:spPr>
          <a:xfrm>
            <a:off x="6209904" y="1788512"/>
            <a:ext cx="5510784" cy="4402163"/>
          </a:xfrm>
        </p:spPr>
        <p:txBody>
          <a:bodyPr lIns="182880" rIns="182880" anchor="ctr"/>
          <a:lstStyle>
            <a:lvl1pPr marL="0" marR="0" indent="0" algn="l" defTabSz="914400" rtl="0" eaLnBrk="0" fontAlgn="base" latinLnBrk="0" hangingPunct="0">
              <a:lnSpc>
                <a:spcPct val="130000"/>
              </a:lnSpc>
              <a:spcBef>
                <a:spcPts val="1800"/>
              </a:spcBef>
              <a:spcAft>
                <a:spcPct val="0"/>
              </a:spcAft>
              <a:buClr>
                <a:schemeClr val="tx2">
                  <a:lumMod val="75000"/>
                  <a:lumOff val="25000"/>
                </a:schemeClr>
              </a:buClr>
              <a:buSzTx/>
              <a:buFontTx/>
              <a:buNone/>
              <a:tabLst/>
              <a:defRPr sz="1600">
                <a:solidFill>
                  <a:srgbClr val="595959"/>
                </a:solidFill>
              </a:defRPr>
            </a:lvl1pPr>
            <a:lvl2pPr>
              <a:defRPr sz="1600">
                <a:solidFill>
                  <a:srgbClr val="595959"/>
                </a:solidFill>
              </a:defRPr>
            </a:lvl2pPr>
            <a:lvl3pPr>
              <a:defRPr sz="1600">
                <a:solidFill>
                  <a:srgbClr val="595959"/>
                </a:solidFill>
              </a:defRPr>
            </a:lvl3pPr>
            <a:lvl4pPr>
              <a:defRPr sz="1600">
                <a:solidFill>
                  <a:srgbClr val="595959"/>
                </a:solidFill>
              </a:defRPr>
            </a:lvl4pPr>
            <a:lvl5pPr>
              <a:defRPr sz="1600">
                <a:solidFill>
                  <a:srgbClr val="595959"/>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3"/>
          <p:cNvSpPr>
            <a:spLocks noGrp="1"/>
          </p:cNvSpPr>
          <p:nvPr>
            <p:ph sz="half" idx="13"/>
          </p:nvPr>
        </p:nvSpPr>
        <p:spPr>
          <a:xfrm>
            <a:off x="475914" y="1429563"/>
            <a:ext cx="5511031" cy="264331"/>
          </a:xfrm>
        </p:spPr>
        <p:txBody>
          <a:bodyPr anchor="ctr">
            <a:normAutofit/>
          </a:bodyPr>
          <a:lstStyle>
            <a:lvl1pPr algn="ctr">
              <a:defRPr sz="1400" cap="all">
                <a:solidFill>
                  <a:srgbClr val="595959"/>
                </a:solidFill>
              </a:defRPr>
            </a:lvl1pPr>
            <a:lvl2pPr>
              <a:defRPr sz="1600">
                <a:solidFill>
                  <a:srgbClr val="595959"/>
                </a:solidFill>
              </a:defRPr>
            </a:lvl2pPr>
            <a:lvl3pPr>
              <a:defRPr sz="1600">
                <a:solidFill>
                  <a:srgbClr val="595959"/>
                </a:solidFill>
              </a:defRPr>
            </a:lvl3pPr>
            <a:lvl4pPr>
              <a:defRPr sz="1600">
                <a:solidFill>
                  <a:srgbClr val="595959"/>
                </a:solidFill>
              </a:defRPr>
            </a:lvl4pPr>
            <a:lvl5pPr>
              <a:defRPr sz="1600">
                <a:solidFill>
                  <a:srgbClr val="595959"/>
                </a:solidFill>
              </a:defRPr>
            </a:lvl5pPr>
            <a:lvl6pPr>
              <a:defRPr sz="1800"/>
            </a:lvl6pPr>
            <a:lvl7pPr>
              <a:defRPr sz="1800"/>
            </a:lvl7pPr>
            <a:lvl8pPr>
              <a:defRPr sz="1800"/>
            </a:lvl8pPr>
            <a:lvl9pPr>
              <a:defRPr sz="1800"/>
            </a:lvl9pPr>
          </a:lstStyle>
          <a:p>
            <a:pPr lvl="0"/>
            <a:r>
              <a:rPr lang="en-US"/>
              <a:t>Click to edit Master text styles</a:t>
            </a:r>
          </a:p>
        </p:txBody>
      </p:sp>
      <p:sp>
        <p:nvSpPr>
          <p:cNvPr id="8" name="Content Placeholder 3"/>
          <p:cNvSpPr>
            <a:spLocks noGrp="1"/>
          </p:cNvSpPr>
          <p:nvPr>
            <p:ph sz="half" idx="14"/>
          </p:nvPr>
        </p:nvSpPr>
        <p:spPr>
          <a:xfrm>
            <a:off x="6209905" y="1421542"/>
            <a:ext cx="5510784" cy="264331"/>
          </a:xfrm>
        </p:spPr>
        <p:txBody>
          <a:bodyPr anchor="ctr">
            <a:normAutofit/>
          </a:bodyPr>
          <a:lstStyle>
            <a:lvl1pPr algn="ctr">
              <a:defRPr sz="1400" cap="all">
                <a:solidFill>
                  <a:srgbClr val="595959"/>
                </a:solidFill>
              </a:defRPr>
            </a:lvl1pPr>
            <a:lvl2pPr>
              <a:defRPr sz="1600">
                <a:solidFill>
                  <a:srgbClr val="595959"/>
                </a:solidFill>
              </a:defRPr>
            </a:lvl2pPr>
            <a:lvl3pPr>
              <a:defRPr sz="1600">
                <a:solidFill>
                  <a:srgbClr val="595959"/>
                </a:solidFill>
              </a:defRPr>
            </a:lvl3pPr>
            <a:lvl4pPr>
              <a:defRPr sz="1600">
                <a:solidFill>
                  <a:srgbClr val="595959"/>
                </a:solidFill>
              </a:defRPr>
            </a:lvl4pPr>
            <a:lvl5pPr>
              <a:defRPr sz="1600">
                <a:solidFill>
                  <a:srgbClr val="595959"/>
                </a:solidFill>
              </a:defRPr>
            </a:lvl5pPr>
            <a:lvl6pPr>
              <a:defRPr sz="1800"/>
            </a:lvl6pPr>
            <a:lvl7pPr>
              <a:defRPr sz="1800"/>
            </a:lvl7pPr>
            <a:lvl8pPr>
              <a:defRPr sz="1800"/>
            </a:lvl8pPr>
            <a:lvl9pPr>
              <a:defRPr sz="1800"/>
            </a:lvl9pPr>
          </a:lstStyle>
          <a:p>
            <a:pPr lvl="0"/>
            <a:r>
              <a:rPr lang="en-US"/>
              <a:t>Click to edit Master text styles</a:t>
            </a:r>
          </a:p>
        </p:txBody>
      </p:sp>
      <p:sp>
        <p:nvSpPr>
          <p:cNvPr id="9" name="Slide Number Placeholder 3"/>
          <p:cNvSpPr>
            <a:spLocks noGrp="1"/>
          </p:cNvSpPr>
          <p:nvPr>
            <p:ph type="sldNum" sz="quarter" idx="15"/>
          </p:nvPr>
        </p:nvSpPr>
        <p:spPr/>
        <p:txBody>
          <a:bodyPr/>
          <a:lstStyle>
            <a:lvl1pPr>
              <a:defRPr/>
            </a:lvl1pPr>
          </a:lstStyle>
          <a:p>
            <a:pPr>
              <a:defRPr/>
            </a:pPr>
            <a:fld id="{84B0BF27-3B82-40DF-B499-50ACD7D2C42E}"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10" name="Footer Placeholder 4"/>
          <p:cNvSpPr>
            <a:spLocks noGrp="1"/>
          </p:cNvSpPr>
          <p:nvPr>
            <p:ph type="ftr" sz="quarter" idx="16"/>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14612404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ght Highlight Slide">
    <p:spTree>
      <p:nvGrpSpPr>
        <p:cNvPr id="1" name=""/>
        <p:cNvGrpSpPr/>
        <p:nvPr/>
      </p:nvGrpSpPr>
      <p:grpSpPr>
        <a:xfrm>
          <a:off x="0" y="0"/>
          <a:ext cx="0" cy="0"/>
          <a:chOff x="0" y="0"/>
          <a:chExt cx="0" cy="0"/>
        </a:xfrm>
      </p:grpSpPr>
      <p:sp>
        <p:nvSpPr>
          <p:cNvPr id="2" name="Title 1"/>
          <p:cNvSpPr>
            <a:spLocks noGrp="1"/>
          </p:cNvSpPr>
          <p:nvPr>
            <p:ph type="title"/>
          </p:nvPr>
        </p:nvSpPr>
        <p:spPr>
          <a:xfrm>
            <a:off x="475913" y="346364"/>
            <a:ext cx="4194123" cy="5784272"/>
          </a:xfrm>
        </p:spPr>
        <p:txBody>
          <a:bodyPr anchor="ctr"/>
          <a:lstStyle>
            <a:lvl1pPr>
              <a:defRPr sz="3200" b="0" i="0">
                <a:solidFill>
                  <a:schemeClr val="bg2"/>
                </a:solidFill>
                <a:latin typeface="+mn-lt"/>
                <a:cs typeface="Andes ExtraLight"/>
              </a:defRPr>
            </a:lvl1pPr>
          </a:lstStyle>
          <a:p>
            <a:r>
              <a:rPr lang="en-US"/>
              <a:t>Click to edit Master title style</a:t>
            </a:r>
            <a:endParaRPr lang="en-US" dirty="0"/>
          </a:p>
        </p:txBody>
      </p:sp>
      <p:sp>
        <p:nvSpPr>
          <p:cNvPr id="4" name="Content Placeholder 3"/>
          <p:cNvSpPr>
            <a:spLocks noGrp="1"/>
          </p:cNvSpPr>
          <p:nvPr>
            <p:ph sz="half" idx="2"/>
          </p:nvPr>
        </p:nvSpPr>
        <p:spPr>
          <a:xfrm>
            <a:off x="4910668" y="346367"/>
            <a:ext cx="6889193" cy="5784271"/>
          </a:xfrm>
        </p:spPr>
        <p:txBody>
          <a:bodyPr anchor="ctr"/>
          <a:lstStyle>
            <a:lvl1pPr>
              <a:lnSpc>
                <a:spcPct val="125000"/>
              </a:lnSpc>
              <a:spcBef>
                <a:spcPts val="0"/>
              </a:spcBef>
              <a:spcAft>
                <a:spcPts val="2200"/>
              </a:spcAft>
              <a:defRPr sz="2200">
                <a:solidFill>
                  <a:schemeClr val="tx2">
                    <a:lumMod val="50000"/>
                    <a:lumOff val="50000"/>
                  </a:schemeClr>
                </a:solidFill>
              </a:defRPr>
            </a:lvl1pPr>
            <a:lvl2pPr marL="0" indent="0">
              <a:lnSpc>
                <a:spcPct val="125000"/>
              </a:lnSpc>
              <a:spcBef>
                <a:spcPts val="0"/>
              </a:spcBef>
              <a:spcAft>
                <a:spcPts val="2200"/>
              </a:spcAft>
              <a:buNone/>
              <a:defRPr sz="2000" baseline="0">
                <a:solidFill>
                  <a:schemeClr val="tx2">
                    <a:lumMod val="50000"/>
                    <a:lumOff val="50000"/>
                  </a:schemeClr>
                </a:solidFill>
              </a:defRPr>
            </a:lvl2pPr>
            <a:lvl3pPr marL="0" indent="0">
              <a:lnSpc>
                <a:spcPct val="130000"/>
              </a:lnSpc>
              <a:buNone/>
              <a:defRPr sz="1600">
                <a:solidFill>
                  <a:schemeClr val="tx2">
                    <a:lumMod val="50000"/>
                    <a:lumOff val="50000"/>
                  </a:schemeClr>
                </a:solidFill>
              </a:defRPr>
            </a:lvl3pPr>
            <a:lvl4pPr marL="182880" indent="0">
              <a:lnSpc>
                <a:spcPct val="130000"/>
              </a:lnSpc>
              <a:buNone/>
              <a:defRPr sz="1600">
                <a:solidFill>
                  <a:schemeClr val="tx2">
                    <a:lumMod val="50000"/>
                    <a:lumOff val="50000"/>
                  </a:schemeClr>
                </a:solidFill>
              </a:defRPr>
            </a:lvl4pPr>
            <a:lvl5pPr marL="454914" indent="0">
              <a:lnSpc>
                <a:spcPct val="130000"/>
              </a:lnSpc>
              <a:buNone/>
              <a:defRPr sz="1600">
                <a:solidFill>
                  <a:schemeClr val="tx2">
                    <a:lumMod val="50000"/>
                    <a:lumOff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Slide Number Placeholder 3"/>
          <p:cNvSpPr>
            <a:spLocks noGrp="1"/>
          </p:cNvSpPr>
          <p:nvPr>
            <p:ph type="sldNum" sz="quarter" idx="10"/>
          </p:nvPr>
        </p:nvSpPr>
        <p:spPr/>
        <p:txBody>
          <a:bodyPr/>
          <a:lstStyle>
            <a:lvl1pPr>
              <a:defRPr/>
            </a:lvl1pPr>
          </a:lstStyle>
          <a:p>
            <a:pPr>
              <a:defRPr/>
            </a:pPr>
            <a:fld id="{2AB5AF8D-BCC5-44C2-9636-629BD3C35F77}"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3693079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rk Highlight Slide">
    <p:spTree>
      <p:nvGrpSpPr>
        <p:cNvPr id="1" name=""/>
        <p:cNvGrpSpPr/>
        <p:nvPr/>
      </p:nvGrpSpPr>
      <p:grpSpPr>
        <a:xfrm>
          <a:off x="0" y="0"/>
          <a:ext cx="0" cy="0"/>
          <a:chOff x="0" y="0"/>
          <a:chExt cx="0" cy="0"/>
        </a:xfrm>
      </p:grpSpPr>
      <p:sp>
        <p:nvSpPr>
          <p:cNvPr id="2" name="Title 1"/>
          <p:cNvSpPr>
            <a:spLocks noGrp="1"/>
          </p:cNvSpPr>
          <p:nvPr>
            <p:ph type="title"/>
          </p:nvPr>
        </p:nvSpPr>
        <p:spPr>
          <a:xfrm>
            <a:off x="475913" y="346364"/>
            <a:ext cx="4194123" cy="5784272"/>
          </a:xfrm>
        </p:spPr>
        <p:txBody>
          <a:bodyPr anchor="ctr"/>
          <a:lstStyle>
            <a:lvl1pPr>
              <a:defRPr sz="3200" b="0" i="0">
                <a:solidFill>
                  <a:schemeClr val="tx1"/>
                </a:solidFill>
                <a:latin typeface="+mn-lt"/>
                <a:cs typeface="Andes ExtraLight"/>
              </a:defRPr>
            </a:lvl1pPr>
          </a:lstStyle>
          <a:p>
            <a:r>
              <a:rPr lang="en-US"/>
              <a:t>Click to edit Master title style</a:t>
            </a:r>
            <a:endParaRPr lang="en-US" dirty="0"/>
          </a:p>
        </p:txBody>
      </p:sp>
      <p:sp>
        <p:nvSpPr>
          <p:cNvPr id="4" name="Content Placeholder 3"/>
          <p:cNvSpPr>
            <a:spLocks noGrp="1"/>
          </p:cNvSpPr>
          <p:nvPr>
            <p:ph sz="half" idx="2"/>
          </p:nvPr>
        </p:nvSpPr>
        <p:spPr>
          <a:xfrm>
            <a:off x="4910668" y="346367"/>
            <a:ext cx="6889193" cy="5784271"/>
          </a:xfrm>
        </p:spPr>
        <p:txBody>
          <a:bodyPr anchor="ctr"/>
          <a:lstStyle>
            <a:lvl1pPr>
              <a:lnSpc>
                <a:spcPct val="125000"/>
              </a:lnSpc>
              <a:spcBef>
                <a:spcPts val="0"/>
              </a:spcBef>
              <a:spcAft>
                <a:spcPts val="2200"/>
              </a:spcAft>
              <a:defRPr sz="2200">
                <a:solidFill>
                  <a:schemeClr val="tx2">
                    <a:lumMod val="50000"/>
                    <a:lumOff val="50000"/>
                  </a:schemeClr>
                </a:solidFill>
              </a:defRPr>
            </a:lvl1pPr>
            <a:lvl2pPr marL="0" indent="0">
              <a:lnSpc>
                <a:spcPct val="125000"/>
              </a:lnSpc>
              <a:spcBef>
                <a:spcPts val="0"/>
              </a:spcBef>
              <a:spcAft>
                <a:spcPts val="2200"/>
              </a:spcAft>
              <a:buNone/>
              <a:defRPr sz="2000" baseline="0">
                <a:solidFill>
                  <a:schemeClr val="tx2">
                    <a:lumMod val="50000"/>
                    <a:lumOff val="50000"/>
                  </a:schemeClr>
                </a:solidFill>
              </a:defRPr>
            </a:lvl2pPr>
            <a:lvl3pPr marL="0" indent="0">
              <a:lnSpc>
                <a:spcPct val="130000"/>
              </a:lnSpc>
              <a:buNone/>
              <a:defRPr sz="1600">
                <a:solidFill>
                  <a:schemeClr val="tx2">
                    <a:lumMod val="50000"/>
                    <a:lumOff val="50000"/>
                  </a:schemeClr>
                </a:solidFill>
              </a:defRPr>
            </a:lvl3pPr>
            <a:lvl4pPr marL="182880" indent="0">
              <a:lnSpc>
                <a:spcPct val="130000"/>
              </a:lnSpc>
              <a:buNone/>
              <a:defRPr sz="1600">
                <a:solidFill>
                  <a:schemeClr val="tx2">
                    <a:lumMod val="50000"/>
                    <a:lumOff val="50000"/>
                  </a:schemeClr>
                </a:solidFill>
              </a:defRPr>
            </a:lvl4pPr>
            <a:lvl5pPr marL="454914" indent="0">
              <a:lnSpc>
                <a:spcPct val="130000"/>
              </a:lnSpc>
              <a:buNone/>
              <a:defRPr sz="1600">
                <a:solidFill>
                  <a:schemeClr val="tx2">
                    <a:lumMod val="50000"/>
                    <a:lumOff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Slide Number Placeholder 3"/>
          <p:cNvSpPr>
            <a:spLocks noGrp="1"/>
          </p:cNvSpPr>
          <p:nvPr>
            <p:ph type="sldNum" sz="quarter" idx="10"/>
          </p:nvPr>
        </p:nvSpPr>
        <p:spPr/>
        <p:txBody>
          <a:bodyPr/>
          <a:lstStyle>
            <a:lvl1pPr>
              <a:defRPr/>
            </a:lvl1pPr>
          </a:lstStyle>
          <a:p>
            <a:pPr>
              <a:defRPr/>
            </a:pPr>
            <a:fld id="{4A067694-7279-4E72-9B6F-269F92D2D7D4}"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32715037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omb Stone">
    <p:spTree>
      <p:nvGrpSpPr>
        <p:cNvPr id="1" name=""/>
        <p:cNvGrpSpPr/>
        <p:nvPr/>
      </p:nvGrpSpPr>
      <p:grpSpPr>
        <a:xfrm>
          <a:off x="0" y="0"/>
          <a:ext cx="0" cy="0"/>
          <a:chOff x="0" y="0"/>
          <a:chExt cx="0" cy="0"/>
        </a:xfrm>
      </p:grpSpPr>
      <p:sp>
        <p:nvSpPr>
          <p:cNvPr id="73" name="Freeform 1683"/>
          <p:cNvSpPr>
            <a:spLocks/>
          </p:cNvSpPr>
          <p:nvPr/>
        </p:nvSpPr>
        <p:spPr bwMode="auto">
          <a:xfrm flipH="1">
            <a:off x="9880600" y="3175"/>
            <a:ext cx="950384" cy="584200"/>
          </a:xfrm>
          <a:custGeom>
            <a:avLst/>
            <a:gdLst>
              <a:gd name="T0" fmla="*/ 2147483647 w 448"/>
              <a:gd name="T1" fmla="*/ 2147483647 h 372"/>
              <a:gd name="T2" fmla="*/ 2147483647 w 448"/>
              <a:gd name="T3" fmla="*/ 2147483647 h 372"/>
              <a:gd name="T4" fmla="*/ 2147483647 w 448"/>
              <a:gd name="T5" fmla="*/ 2147483647 h 372"/>
              <a:gd name="T6" fmla="*/ 2147483647 w 448"/>
              <a:gd name="T7" fmla="*/ 2147483647 h 372"/>
              <a:gd name="T8" fmla="*/ 2147483647 w 448"/>
              <a:gd name="T9" fmla="*/ 2147483647 h 372"/>
              <a:gd name="T10" fmla="*/ 2147483647 w 448"/>
              <a:gd name="T11" fmla="*/ 2147483647 h 372"/>
              <a:gd name="T12" fmla="*/ 0 w 448"/>
              <a:gd name="T13" fmla="*/ 0 h 372"/>
              <a:gd name="T14" fmla="*/ 2147483647 w 448"/>
              <a:gd name="T15" fmla="*/ 0 h 372"/>
              <a:gd name="T16" fmla="*/ 2147483647 w 448"/>
              <a:gd name="T17" fmla="*/ 2147483647 h 372"/>
              <a:gd name="T18" fmla="*/ 2147483647 w 448"/>
              <a:gd name="T19" fmla="*/ 2147483647 h 372"/>
              <a:gd name="T20" fmla="*/ 2147483647 w 448"/>
              <a:gd name="T21" fmla="*/ 2147483647 h 372"/>
              <a:gd name="T22" fmla="*/ 2147483647 w 448"/>
              <a:gd name="T23" fmla="*/ 2147483647 h 372"/>
              <a:gd name="T24" fmla="*/ 2147483647 w 448"/>
              <a:gd name="T25" fmla="*/ 2147483647 h 372"/>
              <a:gd name="T26" fmla="*/ 2147483647 w 448"/>
              <a:gd name="T27" fmla="*/ 2147483647 h 372"/>
              <a:gd name="T28" fmla="*/ 2147483647 w 448"/>
              <a:gd name="T29" fmla="*/ 2147483647 h 3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8" h="372">
                <a:moveTo>
                  <a:pt x="448" y="372"/>
                </a:moveTo>
                <a:lnTo>
                  <a:pt x="388" y="302"/>
                </a:lnTo>
                <a:lnTo>
                  <a:pt x="280" y="208"/>
                </a:lnTo>
                <a:lnTo>
                  <a:pt x="210" y="142"/>
                </a:lnTo>
                <a:lnTo>
                  <a:pt x="140" y="94"/>
                </a:lnTo>
                <a:lnTo>
                  <a:pt x="64" y="44"/>
                </a:lnTo>
                <a:lnTo>
                  <a:pt x="0" y="0"/>
                </a:lnTo>
                <a:lnTo>
                  <a:pt x="280" y="0"/>
                </a:lnTo>
                <a:lnTo>
                  <a:pt x="300" y="36"/>
                </a:lnTo>
                <a:lnTo>
                  <a:pt x="324" y="82"/>
                </a:lnTo>
                <a:lnTo>
                  <a:pt x="346" y="134"/>
                </a:lnTo>
                <a:lnTo>
                  <a:pt x="378" y="206"/>
                </a:lnTo>
                <a:lnTo>
                  <a:pt x="408" y="264"/>
                </a:lnTo>
                <a:lnTo>
                  <a:pt x="434" y="334"/>
                </a:lnTo>
                <a:lnTo>
                  <a:pt x="448" y="37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74" name="Line 1086"/>
          <p:cNvSpPr>
            <a:spLocks noChangeShapeType="1"/>
          </p:cNvSpPr>
          <p:nvPr/>
        </p:nvSpPr>
        <p:spPr bwMode="auto">
          <a:xfrm>
            <a:off x="645586" y="617541"/>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75" name="Line 1087"/>
          <p:cNvSpPr>
            <a:spLocks noChangeShapeType="1"/>
          </p:cNvSpPr>
          <p:nvPr/>
        </p:nvSpPr>
        <p:spPr bwMode="auto">
          <a:xfrm>
            <a:off x="645586" y="617541"/>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76" name="Rectangle 1088"/>
          <p:cNvSpPr>
            <a:spLocks noChangeArrowheads="1"/>
          </p:cNvSpPr>
          <p:nvPr/>
        </p:nvSpPr>
        <p:spPr bwMode="auto">
          <a:xfrm>
            <a:off x="645586" y="617541"/>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77" name="Rectangle 1089"/>
          <p:cNvSpPr>
            <a:spLocks noChangeArrowheads="1"/>
          </p:cNvSpPr>
          <p:nvPr/>
        </p:nvSpPr>
        <p:spPr bwMode="auto">
          <a:xfrm>
            <a:off x="645586" y="617541"/>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78" name="Freeform 1098"/>
          <p:cNvSpPr>
            <a:spLocks/>
          </p:cNvSpPr>
          <p:nvPr/>
        </p:nvSpPr>
        <p:spPr bwMode="auto">
          <a:xfrm>
            <a:off x="649820" y="617541"/>
            <a:ext cx="4233" cy="1587"/>
          </a:xfrm>
          <a:custGeom>
            <a:avLst/>
            <a:gdLst>
              <a:gd name="T0" fmla="*/ 0 w 2"/>
              <a:gd name="T1" fmla="*/ 0 h 1587"/>
              <a:gd name="T2" fmla="*/ 2147483647 w 2"/>
              <a:gd name="T3" fmla="*/ 0 h 1587"/>
              <a:gd name="T4" fmla="*/ 2147483647 w 2"/>
              <a:gd name="T5" fmla="*/ 0 h 1587"/>
              <a:gd name="T6" fmla="*/ 2147483647 w 2"/>
              <a:gd name="T7" fmla="*/ 0 h 1587"/>
              <a:gd name="T8" fmla="*/ 0 w 2"/>
              <a:gd name="T9" fmla="*/ 0 h 1587"/>
              <a:gd name="T10" fmla="*/ 0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0 w 2"/>
              <a:gd name="T25" fmla="*/ 0 h 1587"/>
              <a:gd name="T26" fmla="*/ 0 w 2"/>
              <a:gd name="T27" fmla="*/ 0 h 1587"/>
              <a:gd name="T28" fmla="*/ 0 w 2"/>
              <a:gd name="T29" fmla="*/ 0 h 1587"/>
              <a:gd name="T30" fmla="*/ 0 w 2"/>
              <a:gd name="T31" fmla="*/ 0 h 1587"/>
              <a:gd name="T32" fmla="*/ 0 w 2"/>
              <a:gd name="T33" fmla="*/ 0 h 1587"/>
              <a:gd name="T34" fmla="*/ 2147483647 w 2"/>
              <a:gd name="T35" fmla="*/ 0 h 1587"/>
              <a:gd name="T36" fmla="*/ 2147483647 w 2"/>
              <a:gd name="T37" fmla="*/ 0 h 1587"/>
              <a:gd name="T38" fmla="*/ 2147483647 w 2"/>
              <a:gd name="T39" fmla="*/ 0 h 1587"/>
              <a:gd name="T40" fmla="*/ 0 w 2"/>
              <a:gd name="T41" fmla="*/ 0 h 1587"/>
              <a:gd name="T42" fmla="*/ 0 w 2"/>
              <a:gd name="T43" fmla="*/ 0 h 1587"/>
              <a:gd name="T44" fmla="*/ 0 w 2"/>
              <a:gd name="T45" fmla="*/ 0 h 15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79" name="Freeform 1115"/>
          <p:cNvSpPr>
            <a:spLocks/>
          </p:cNvSpPr>
          <p:nvPr/>
        </p:nvSpPr>
        <p:spPr bwMode="auto">
          <a:xfrm>
            <a:off x="611720" y="473075"/>
            <a:ext cx="4233" cy="3175"/>
          </a:xfrm>
          <a:custGeom>
            <a:avLst/>
            <a:gdLst>
              <a:gd name="T0" fmla="*/ 0 w 2"/>
              <a:gd name="T1" fmla="*/ 2147483647 h 2"/>
              <a:gd name="T2" fmla="*/ 0 w 2"/>
              <a:gd name="T3" fmla="*/ 2147483647 h 2"/>
              <a:gd name="T4" fmla="*/ 0 w 2"/>
              <a:gd name="T5" fmla="*/ 2147483647 h 2"/>
              <a:gd name="T6" fmla="*/ 0 w 2"/>
              <a:gd name="T7" fmla="*/ 2147483647 h 2"/>
              <a:gd name="T8" fmla="*/ 0 w 2"/>
              <a:gd name="T9" fmla="*/ 2147483647 h 2"/>
              <a:gd name="T10" fmla="*/ 0 w 2"/>
              <a:gd name="T11" fmla="*/ 2147483647 h 2"/>
              <a:gd name="T12" fmla="*/ 2147483647 w 2"/>
              <a:gd name="T13" fmla="*/ 2147483647 h 2"/>
              <a:gd name="T14" fmla="*/ 2147483647 w 2"/>
              <a:gd name="T15" fmla="*/ 2147483647 h 2"/>
              <a:gd name="T16" fmla="*/ 2147483647 w 2"/>
              <a:gd name="T17" fmla="*/ 0 h 2"/>
              <a:gd name="T18" fmla="*/ 0 w 2"/>
              <a:gd name="T19" fmla="*/ 2147483647 h 2"/>
              <a:gd name="T20" fmla="*/ 0 w 2"/>
              <a:gd name="T21" fmla="*/ 2147483647 h 2"/>
              <a:gd name="T22" fmla="*/ 0 w 2"/>
              <a:gd name="T23" fmla="*/ 2147483647 h 2"/>
              <a:gd name="T24" fmla="*/ 0 w 2"/>
              <a:gd name="T25" fmla="*/ 2147483647 h 2"/>
              <a:gd name="T26" fmla="*/ 0 w 2"/>
              <a:gd name="T27" fmla="*/ 2147483647 h 2"/>
              <a:gd name="T28" fmla="*/ 2147483647 w 2"/>
              <a:gd name="T29" fmla="*/ 2147483647 h 2"/>
              <a:gd name="T30" fmla="*/ 2147483647 w 2"/>
              <a:gd name="T31" fmla="*/ 2147483647 h 2"/>
              <a:gd name="T32" fmla="*/ 2147483647 w 2"/>
              <a:gd name="T33" fmla="*/ 2147483647 h 2"/>
              <a:gd name="T34" fmla="*/ 2147483647 w 2"/>
              <a:gd name="T35" fmla="*/ 2147483647 h 2"/>
              <a:gd name="T36" fmla="*/ 2147483647 w 2"/>
              <a:gd name="T37" fmla="*/ 2147483647 h 2"/>
              <a:gd name="T38" fmla="*/ 2147483647 w 2"/>
              <a:gd name="T39" fmla="*/ 2147483647 h 2"/>
              <a:gd name="T40" fmla="*/ 0 w 2"/>
              <a:gd name="T41" fmla="*/ 2147483647 h 2"/>
              <a:gd name="T42" fmla="*/ 0 w 2"/>
              <a:gd name="T43" fmla="*/ 2147483647 h 2"/>
              <a:gd name="T44" fmla="*/ 0 w 2"/>
              <a:gd name="T45" fmla="*/ 2147483647 h 2"/>
              <a:gd name="T46" fmla="*/ 0 w 2"/>
              <a:gd name="T47" fmla="*/ 2147483647 h 2"/>
              <a:gd name="T48" fmla="*/ 0 w 2"/>
              <a:gd name="T49" fmla="*/ 2147483647 h 2"/>
              <a:gd name="T50" fmla="*/ 0 w 2"/>
              <a:gd name="T51" fmla="*/ 2147483647 h 2"/>
              <a:gd name="T52" fmla="*/ 0 w 2"/>
              <a:gd name="T53" fmla="*/ 2147483647 h 2"/>
              <a:gd name="T54" fmla="*/ 2147483647 w 2"/>
              <a:gd name="T55" fmla="*/ 2147483647 h 2"/>
              <a:gd name="T56" fmla="*/ 0 w 2"/>
              <a:gd name="T57" fmla="*/ 2147483647 h 2"/>
              <a:gd name="T58" fmla="*/ 2147483647 w 2"/>
              <a:gd name="T59" fmla="*/ 2147483647 h 2"/>
              <a:gd name="T60" fmla="*/ 2147483647 w 2"/>
              <a:gd name="T61" fmla="*/ 2147483647 h 2"/>
              <a:gd name="T62" fmla="*/ 2147483647 w 2"/>
              <a:gd name="T63" fmla="*/ 2147483647 h 2"/>
              <a:gd name="T64" fmla="*/ 0 w 2"/>
              <a:gd name="T65" fmla="*/ 2147483647 h 2"/>
              <a:gd name="T66" fmla="*/ 0 w 2"/>
              <a:gd name="T67" fmla="*/ 2147483647 h 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 h="2">
                <a:moveTo>
                  <a:pt x="0" y="2"/>
                </a:moveTo>
                <a:lnTo>
                  <a:pt x="0" y="2"/>
                </a:lnTo>
                <a:lnTo>
                  <a:pt x="2" y="2"/>
                </a:lnTo>
                <a:lnTo>
                  <a:pt x="2" y="0"/>
                </a:lnTo>
                <a:lnTo>
                  <a:pt x="0" y="2"/>
                </a:lnTo>
                <a:lnTo>
                  <a:pt x="2" y="2"/>
                </a:lnTo>
                <a:lnTo>
                  <a:pt x="0" y="2"/>
                </a:lnTo>
                <a:lnTo>
                  <a:pt x="2" y="2"/>
                </a:lnTo>
                <a:lnTo>
                  <a:pt x="0" y="2"/>
                </a:lnTo>
                <a:lnTo>
                  <a:pt x="2" y="2"/>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0" name="Freeform 1120"/>
          <p:cNvSpPr>
            <a:spLocks/>
          </p:cNvSpPr>
          <p:nvPr/>
        </p:nvSpPr>
        <p:spPr bwMode="auto">
          <a:xfrm>
            <a:off x="611720" y="463553"/>
            <a:ext cx="4233" cy="3175"/>
          </a:xfrm>
          <a:custGeom>
            <a:avLst/>
            <a:gdLst>
              <a:gd name="T0" fmla="*/ 0 w 2"/>
              <a:gd name="T1" fmla="*/ 0 h 2"/>
              <a:gd name="T2" fmla="*/ 0 w 2"/>
              <a:gd name="T3" fmla="*/ 2147483647 h 2"/>
              <a:gd name="T4" fmla="*/ 0 w 2"/>
              <a:gd name="T5" fmla="*/ 2147483647 h 2"/>
              <a:gd name="T6" fmla="*/ 0 w 2"/>
              <a:gd name="T7" fmla="*/ 2147483647 h 2"/>
              <a:gd name="T8" fmla="*/ 2147483647 w 2"/>
              <a:gd name="T9" fmla="*/ 2147483647 h 2"/>
              <a:gd name="T10" fmla="*/ 2147483647 w 2"/>
              <a:gd name="T11" fmla="*/ 0 h 2"/>
              <a:gd name="T12" fmla="*/ 2147483647 w 2"/>
              <a:gd name="T13" fmla="*/ 0 h 2"/>
              <a:gd name="T14" fmla="*/ 2147483647 w 2"/>
              <a:gd name="T15" fmla="*/ 0 h 2"/>
              <a:gd name="T16" fmla="*/ 0 w 2"/>
              <a:gd name="T17" fmla="*/ 0 h 2"/>
              <a:gd name="T18" fmla="*/ 0 w 2"/>
              <a:gd name="T19" fmla="*/ 2147483647 h 2"/>
              <a:gd name="T20" fmla="*/ 0 w 2"/>
              <a:gd name="T21" fmla="*/ 2147483647 h 2"/>
              <a:gd name="T22" fmla="*/ 2147483647 w 2"/>
              <a:gd name="T23" fmla="*/ 0 h 2"/>
              <a:gd name="T24" fmla="*/ 2147483647 w 2"/>
              <a:gd name="T25" fmla="*/ 0 h 2"/>
              <a:gd name="T26" fmla="*/ 2147483647 w 2"/>
              <a:gd name="T27" fmla="*/ 0 h 2"/>
              <a:gd name="T28" fmla="*/ 2147483647 w 2"/>
              <a:gd name="T29" fmla="*/ 2147483647 h 2"/>
              <a:gd name="T30" fmla="*/ 0 w 2"/>
              <a:gd name="T31" fmla="*/ 2147483647 h 2"/>
              <a:gd name="T32" fmla="*/ 0 w 2"/>
              <a:gd name="T33" fmla="*/ 2147483647 h 2"/>
              <a:gd name="T34" fmla="*/ 0 w 2"/>
              <a:gd name="T35" fmla="*/ 2147483647 h 2"/>
              <a:gd name="T36" fmla="*/ 0 w 2"/>
              <a:gd name="T37" fmla="*/ 2147483647 h 2"/>
              <a:gd name="T38" fmla="*/ 0 w 2"/>
              <a:gd name="T39" fmla="*/ 2147483647 h 2"/>
              <a:gd name="T40" fmla="*/ 0 w 2"/>
              <a:gd name="T41" fmla="*/ 2147483647 h 2"/>
              <a:gd name="T42" fmla="*/ 0 w 2"/>
              <a:gd name="T43" fmla="*/ 2147483647 h 2"/>
              <a:gd name="T44" fmla="*/ 0 w 2"/>
              <a:gd name="T45" fmla="*/ 2147483647 h 2"/>
              <a:gd name="T46" fmla="*/ 2147483647 w 2"/>
              <a:gd name="T47" fmla="*/ 2147483647 h 2"/>
              <a:gd name="T48" fmla="*/ 0 w 2"/>
              <a:gd name="T49" fmla="*/ 2147483647 h 2"/>
              <a:gd name="T50" fmla="*/ 0 w 2"/>
              <a:gd name="T51" fmla="*/ 2147483647 h 2"/>
              <a:gd name="T52" fmla="*/ 2147483647 w 2"/>
              <a:gd name="T53" fmla="*/ 2147483647 h 2"/>
              <a:gd name="T54" fmla="*/ 2147483647 w 2"/>
              <a:gd name="T55" fmla="*/ 2147483647 h 2"/>
              <a:gd name="T56" fmla="*/ 2147483647 w 2"/>
              <a:gd name="T57" fmla="*/ 0 h 2"/>
              <a:gd name="T58" fmla="*/ 0 w 2"/>
              <a:gd name="T59" fmla="*/ 0 h 2"/>
              <a:gd name="T60" fmla="*/ 0 w 2"/>
              <a:gd name="T61" fmla="*/ 0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0" y="0"/>
                </a:moveTo>
                <a:lnTo>
                  <a:pt x="0" y="2"/>
                </a:lnTo>
                <a:lnTo>
                  <a:pt x="2" y="2"/>
                </a:lnTo>
                <a:lnTo>
                  <a:pt x="2" y="0"/>
                </a:lnTo>
                <a:lnTo>
                  <a:pt x="0" y="0"/>
                </a:lnTo>
                <a:lnTo>
                  <a:pt x="0" y="2"/>
                </a:lnTo>
                <a:lnTo>
                  <a:pt x="2" y="0"/>
                </a:lnTo>
                <a:lnTo>
                  <a:pt x="2" y="2"/>
                </a:lnTo>
                <a:lnTo>
                  <a:pt x="0" y="2"/>
                </a:lnTo>
                <a:lnTo>
                  <a:pt x="2" y="2"/>
                </a:lnTo>
                <a:lnTo>
                  <a:pt x="0" y="2"/>
                </a:lnTo>
                <a:lnTo>
                  <a:pt x="2" y="2"/>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1" name="Freeform 1134"/>
          <p:cNvSpPr>
            <a:spLocks/>
          </p:cNvSpPr>
          <p:nvPr/>
        </p:nvSpPr>
        <p:spPr bwMode="auto">
          <a:xfrm>
            <a:off x="937686" y="514350"/>
            <a:ext cx="4233" cy="6350"/>
          </a:xfrm>
          <a:custGeom>
            <a:avLst/>
            <a:gdLst>
              <a:gd name="T0" fmla="*/ 2147483647 w 2"/>
              <a:gd name="T1" fmla="*/ 2147483647 h 4"/>
              <a:gd name="T2" fmla="*/ 2147483647 w 2"/>
              <a:gd name="T3" fmla="*/ 2147483647 h 4"/>
              <a:gd name="T4" fmla="*/ 2147483647 w 2"/>
              <a:gd name="T5" fmla="*/ 2147483647 h 4"/>
              <a:gd name="T6" fmla="*/ 2147483647 w 2"/>
              <a:gd name="T7" fmla="*/ 2147483647 h 4"/>
              <a:gd name="T8" fmla="*/ 2147483647 w 2"/>
              <a:gd name="T9" fmla="*/ 0 h 4"/>
              <a:gd name="T10" fmla="*/ 2147483647 w 2"/>
              <a:gd name="T11" fmla="*/ 0 h 4"/>
              <a:gd name="T12" fmla="*/ 2147483647 w 2"/>
              <a:gd name="T13" fmla="*/ 0 h 4"/>
              <a:gd name="T14" fmla="*/ 0 w 2"/>
              <a:gd name="T15" fmla="*/ 2147483647 h 4"/>
              <a:gd name="T16" fmla="*/ 2147483647 w 2"/>
              <a:gd name="T17" fmla="*/ 2147483647 h 4"/>
              <a:gd name="T18" fmla="*/ 2147483647 w 2"/>
              <a:gd name="T19" fmla="*/ 2147483647 h 4"/>
              <a:gd name="T20" fmla="*/ 2147483647 w 2"/>
              <a:gd name="T21" fmla="*/ 2147483647 h 4"/>
              <a:gd name="T22" fmla="*/ 2147483647 w 2"/>
              <a:gd name="T23" fmla="*/ 0 h 4"/>
              <a:gd name="T24" fmla="*/ 2147483647 w 2"/>
              <a:gd name="T25" fmla="*/ 2147483647 h 4"/>
              <a:gd name="T26" fmla="*/ 2147483647 w 2"/>
              <a:gd name="T27" fmla="*/ 2147483647 h 4"/>
              <a:gd name="T28" fmla="*/ 2147483647 w 2"/>
              <a:gd name="T29" fmla="*/ 2147483647 h 4"/>
              <a:gd name="T30" fmla="*/ 2147483647 w 2"/>
              <a:gd name="T31" fmla="*/ 2147483647 h 4"/>
              <a:gd name="T32" fmla="*/ 2147483647 w 2"/>
              <a:gd name="T33" fmla="*/ 2147483647 h 4"/>
              <a:gd name="T34" fmla="*/ 2147483647 w 2"/>
              <a:gd name="T35" fmla="*/ 2147483647 h 4"/>
              <a:gd name="T36" fmla="*/ 2147483647 w 2"/>
              <a:gd name="T37" fmla="*/ 2147483647 h 4"/>
              <a:gd name="T38" fmla="*/ 2147483647 w 2"/>
              <a:gd name="T39" fmla="*/ 2147483647 h 4"/>
              <a:gd name="T40" fmla="*/ 2147483647 w 2"/>
              <a:gd name="T41" fmla="*/ 2147483647 h 4"/>
              <a:gd name="T42" fmla="*/ 2147483647 w 2"/>
              <a:gd name="T43" fmla="*/ 2147483647 h 4"/>
              <a:gd name="T44" fmla="*/ 2147483647 w 2"/>
              <a:gd name="T45" fmla="*/ 2147483647 h 4"/>
              <a:gd name="T46" fmla="*/ 2147483647 w 2"/>
              <a:gd name="T47" fmla="*/ 2147483647 h 4"/>
              <a:gd name="T48" fmla="*/ 2147483647 w 2"/>
              <a:gd name="T49" fmla="*/ 2147483647 h 4"/>
              <a:gd name="T50" fmla="*/ 2147483647 w 2"/>
              <a:gd name="T51" fmla="*/ 2147483647 h 4"/>
              <a:gd name="T52" fmla="*/ 0 w 2"/>
              <a:gd name="T53" fmla="*/ 2147483647 h 4"/>
              <a:gd name="T54" fmla="*/ 2147483647 w 2"/>
              <a:gd name="T55" fmla="*/ 2147483647 h 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 h="4">
                <a:moveTo>
                  <a:pt x="2" y="4"/>
                </a:moveTo>
                <a:lnTo>
                  <a:pt x="2" y="4"/>
                </a:lnTo>
                <a:lnTo>
                  <a:pt x="2" y="2"/>
                </a:lnTo>
                <a:lnTo>
                  <a:pt x="2" y="0"/>
                </a:lnTo>
                <a:lnTo>
                  <a:pt x="0" y="2"/>
                </a:lnTo>
                <a:lnTo>
                  <a:pt x="2" y="4"/>
                </a:lnTo>
                <a:lnTo>
                  <a:pt x="2" y="2"/>
                </a:lnTo>
                <a:lnTo>
                  <a:pt x="2" y="0"/>
                </a:lnTo>
                <a:lnTo>
                  <a:pt x="2" y="2"/>
                </a:lnTo>
                <a:lnTo>
                  <a:pt x="0" y="2"/>
                </a:lnTo>
                <a:lnTo>
                  <a:pt x="2"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2" name="Freeform 1141"/>
          <p:cNvSpPr>
            <a:spLocks/>
          </p:cNvSpPr>
          <p:nvPr/>
        </p:nvSpPr>
        <p:spPr bwMode="auto">
          <a:xfrm>
            <a:off x="941919" y="479425"/>
            <a:ext cx="2116" cy="6350"/>
          </a:xfrm>
          <a:custGeom>
            <a:avLst/>
            <a:gdLst>
              <a:gd name="T0" fmla="*/ 0 w 1587"/>
              <a:gd name="T1" fmla="*/ 2147483647 h 4"/>
              <a:gd name="T2" fmla="*/ 0 w 1587"/>
              <a:gd name="T3" fmla="*/ 2147483647 h 4"/>
              <a:gd name="T4" fmla="*/ 0 w 1587"/>
              <a:gd name="T5" fmla="*/ 0 h 4"/>
              <a:gd name="T6" fmla="*/ 0 w 1587"/>
              <a:gd name="T7" fmla="*/ 0 h 4"/>
              <a:gd name="T8" fmla="*/ 0 w 1587"/>
              <a:gd name="T9" fmla="*/ 2147483647 h 4"/>
              <a:gd name="T10" fmla="*/ 0 w 1587"/>
              <a:gd name="T11" fmla="*/ 2147483647 h 4"/>
              <a:gd name="T12" fmla="*/ 0 w 1587"/>
              <a:gd name="T13" fmla="*/ 2147483647 h 4"/>
              <a:gd name="T14" fmla="*/ 0 w 1587"/>
              <a:gd name="T15" fmla="*/ 2147483647 h 4"/>
              <a:gd name="T16" fmla="*/ 0 w 1587"/>
              <a:gd name="T17" fmla="*/ 2147483647 h 4"/>
              <a:gd name="T18" fmla="*/ 0 w 1587"/>
              <a:gd name="T19" fmla="*/ 2147483647 h 4"/>
              <a:gd name="T20" fmla="*/ 0 w 1587"/>
              <a:gd name="T21" fmla="*/ 2147483647 h 4"/>
              <a:gd name="T22" fmla="*/ 0 w 1587"/>
              <a:gd name="T23" fmla="*/ 2147483647 h 4"/>
              <a:gd name="T24" fmla="*/ 0 w 1587"/>
              <a:gd name="T25" fmla="*/ 2147483647 h 4"/>
              <a:gd name="T26" fmla="*/ 0 w 1587"/>
              <a:gd name="T27" fmla="*/ 2147483647 h 4"/>
              <a:gd name="T28" fmla="*/ 0 w 1587"/>
              <a:gd name="T29" fmla="*/ 2147483647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587" h="4">
                <a:moveTo>
                  <a:pt x="0" y="4"/>
                </a:moveTo>
                <a:lnTo>
                  <a:pt x="0" y="2"/>
                </a:lnTo>
                <a:lnTo>
                  <a:pt x="0" y="0"/>
                </a:lnTo>
                <a:lnTo>
                  <a:pt x="0" y="2"/>
                </a:lnTo>
                <a:lnTo>
                  <a:pt x="0" y="4"/>
                </a:lnTo>
                <a:lnTo>
                  <a:pt x="0"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3" name="Freeform 1148"/>
          <p:cNvSpPr>
            <a:spLocks/>
          </p:cNvSpPr>
          <p:nvPr/>
        </p:nvSpPr>
        <p:spPr bwMode="auto">
          <a:xfrm>
            <a:off x="924986" y="460376"/>
            <a:ext cx="4233" cy="3175"/>
          </a:xfrm>
          <a:custGeom>
            <a:avLst/>
            <a:gdLst>
              <a:gd name="T0" fmla="*/ 2147483647 w 2"/>
              <a:gd name="T1" fmla="*/ 2147483647 h 2"/>
              <a:gd name="T2" fmla="*/ 2147483647 w 2"/>
              <a:gd name="T3" fmla="*/ 0 h 2"/>
              <a:gd name="T4" fmla="*/ 2147483647 w 2"/>
              <a:gd name="T5" fmla="*/ 0 h 2"/>
              <a:gd name="T6" fmla="*/ 2147483647 w 2"/>
              <a:gd name="T7" fmla="*/ 0 h 2"/>
              <a:gd name="T8" fmla="*/ 2147483647 w 2"/>
              <a:gd name="T9" fmla="*/ 0 h 2"/>
              <a:gd name="T10" fmla="*/ 0 w 2"/>
              <a:gd name="T11" fmla="*/ 0 h 2"/>
              <a:gd name="T12" fmla="*/ 0 w 2"/>
              <a:gd name="T13" fmla="*/ 0 h 2"/>
              <a:gd name="T14" fmla="*/ 0 w 2"/>
              <a:gd name="T15" fmla="*/ 2147483647 h 2"/>
              <a:gd name="T16" fmla="*/ 0 w 2"/>
              <a:gd name="T17" fmla="*/ 2147483647 h 2"/>
              <a:gd name="T18" fmla="*/ 0 w 2"/>
              <a:gd name="T19" fmla="*/ 2147483647 h 2"/>
              <a:gd name="T20" fmla="*/ 2147483647 w 2"/>
              <a:gd name="T21" fmla="*/ 2147483647 h 2"/>
              <a:gd name="T22" fmla="*/ 2147483647 w 2"/>
              <a:gd name="T23" fmla="*/ 2147483647 h 2"/>
              <a:gd name="T24" fmla="*/ 2147483647 w 2"/>
              <a:gd name="T25" fmla="*/ 0 h 2"/>
              <a:gd name="T26" fmla="*/ 2147483647 w 2"/>
              <a:gd name="T27" fmla="*/ 0 h 2"/>
              <a:gd name="T28" fmla="*/ 2147483647 w 2"/>
              <a:gd name="T29" fmla="*/ 0 h 2"/>
              <a:gd name="T30" fmla="*/ 0 w 2"/>
              <a:gd name="T31" fmla="*/ 2147483647 h 2"/>
              <a:gd name="T32" fmla="*/ 2147483647 w 2"/>
              <a:gd name="T33" fmla="*/ 2147483647 h 2"/>
              <a:gd name="T34" fmla="*/ 2147483647 w 2"/>
              <a:gd name="T35" fmla="*/ 0 h 2"/>
              <a:gd name="T36" fmla="*/ 0 w 2"/>
              <a:gd name="T37" fmla="*/ 2147483647 h 2"/>
              <a:gd name="T38" fmla="*/ 2147483647 w 2"/>
              <a:gd name="T39" fmla="*/ 2147483647 h 2"/>
              <a:gd name="T40" fmla="*/ 0 w 2"/>
              <a:gd name="T41" fmla="*/ 2147483647 h 2"/>
              <a:gd name="T42" fmla="*/ 0 w 2"/>
              <a:gd name="T43" fmla="*/ 2147483647 h 2"/>
              <a:gd name="T44" fmla="*/ 0 w 2"/>
              <a:gd name="T45" fmla="*/ 2147483647 h 2"/>
              <a:gd name="T46" fmla="*/ 0 w 2"/>
              <a:gd name="T47" fmla="*/ 2147483647 h 2"/>
              <a:gd name="T48" fmla="*/ 0 w 2"/>
              <a:gd name="T49" fmla="*/ 2147483647 h 2"/>
              <a:gd name="T50" fmla="*/ 0 w 2"/>
              <a:gd name="T51" fmla="*/ 2147483647 h 2"/>
              <a:gd name="T52" fmla="*/ 0 w 2"/>
              <a:gd name="T53" fmla="*/ 2147483647 h 2"/>
              <a:gd name="T54" fmla="*/ 0 w 2"/>
              <a:gd name="T55" fmla="*/ 2147483647 h 2"/>
              <a:gd name="T56" fmla="*/ 0 w 2"/>
              <a:gd name="T57" fmla="*/ 2147483647 h 2"/>
              <a:gd name="T58" fmla="*/ 2147483647 w 2"/>
              <a:gd name="T59" fmla="*/ 2147483647 h 2"/>
              <a:gd name="T60" fmla="*/ 2147483647 w 2"/>
              <a:gd name="T61" fmla="*/ 2147483647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2" y="2"/>
                </a:moveTo>
                <a:lnTo>
                  <a:pt x="2" y="0"/>
                </a:lnTo>
                <a:lnTo>
                  <a:pt x="0" y="0"/>
                </a:lnTo>
                <a:lnTo>
                  <a:pt x="0" y="2"/>
                </a:lnTo>
                <a:lnTo>
                  <a:pt x="2" y="2"/>
                </a:lnTo>
                <a:lnTo>
                  <a:pt x="2" y="0"/>
                </a:lnTo>
                <a:lnTo>
                  <a:pt x="0" y="2"/>
                </a:lnTo>
                <a:lnTo>
                  <a:pt x="2" y="2"/>
                </a:lnTo>
                <a:lnTo>
                  <a:pt x="2" y="0"/>
                </a:lnTo>
                <a:lnTo>
                  <a:pt x="0" y="2"/>
                </a:lnTo>
                <a:lnTo>
                  <a:pt x="2" y="2"/>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4" name="Freeform 1150"/>
          <p:cNvSpPr>
            <a:spLocks/>
          </p:cNvSpPr>
          <p:nvPr/>
        </p:nvSpPr>
        <p:spPr bwMode="auto">
          <a:xfrm>
            <a:off x="912286" y="447677"/>
            <a:ext cx="2116" cy="3175"/>
          </a:xfrm>
          <a:custGeom>
            <a:avLst/>
            <a:gdLst>
              <a:gd name="T0" fmla="*/ 0 w 1587"/>
              <a:gd name="T1" fmla="*/ 2147483647 h 2"/>
              <a:gd name="T2" fmla="*/ 0 w 1587"/>
              <a:gd name="T3" fmla="*/ 0 h 2"/>
              <a:gd name="T4" fmla="*/ 0 w 1587"/>
              <a:gd name="T5" fmla="*/ 2147483647 h 2"/>
              <a:gd name="T6" fmla="*/ 0 60000 65536"/>
              <a:gd name="T7" fmla="*/ 0 60000 65536"/>
              <a:gd name="T8" fmla="*/ 0 60000 65536"/>
            </a:gdLst>
            <a:ahLst/>
            <a:cxnLst>
              <a:cxn ang="T6">
                <a:pos x="T0" y="T1"/>
              </a:cxn>
              <a:cxn ang="T7">
                <a:pos x="T2" y="T3"/>
              </a:cxn>
              <a:cxn ang="T8">
                <a:pos x="T4" y="T5"/>
              </a:cxn>
            </a:cxnLst>
            <a:rect l="0" t="0" r="r" b="b"/>
            <a:pathLst>
              <a:path w="1587" h="2">
                <a:moveTo>
                  <a:pt x="0" y="2"/>
                </a:move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5" name="Freeform 1152"/>
          <p:cNvSpPr>
            <a:spLocks/>
          </p:cNvSpPr>
          <p:nvPr/>
        </p:nvSpPr>
        <p:spPr bwMode="auto">
          <a:xfrm>
            <a:off x="912286" y="447677"/>
            <a:ext cx="4233" cy="3175"/>
          </a:xfrm>
          <a:custGeom>
            <a:avLst/>
            <a:gdLst>
              <a:gd name="T0" fmla="*/ 2147483647 w 2"/>
              <a:gd name="T1" fmla="*/ 0 h 2"/>
              <a:gd name="T2" fmla="*/ 0 w 2"/>
              <a:gd name="T3" fmla="*/ 0 h 2"/>
              <a:gd name="T4" fmla="*/ 0 w 2"/>
              <a:gd name="T5" fmla="*/ 0 h 2"/>
              <a:gd name="T6" fmla="*/ 0 w 2"/>
              <a:gd name="T7" fmla="*/ 0 h 2"/>
              <a:gd name="T8" fmla="*/ 0 w 2"/>
              <a:gd name="T9" fmla="*/ 2147483647 h 2"/>
              <a:gd name="T10" fmla="*/ 2147483647 w 2"/>
              <a:gd name="T11" fmla="*/ 2147483647 h 2"/>
              <a:gd name="T12" fmla="*/ 2147483647 w 2"/>
              <a:gd name="T13" fmla="*/ 0 h 2"/>
              <a:gd name="T14" fmla="*/ 0 w 2"/>
              <a:gd name="T15" fmla="*/ 0 h 2"/>
              <a:gd name="T16" fmla="*/ 0 w 2"/>
              <a:gd name="T17" fmla="*/ 0 h 2"/>
              <a:gd name="T18" fmla="*/ 0 w 2"/>
              <a:gd name="T19" fmla="*/ 0 h 2"/>
              <a:gd name="T20" fmla="*/ 0 w 2"/>
              <a:gd name="T21" fmla="*/ 2147483647 h 2"/>
              <a:gd name="T22" fmla="*/ 2147483647 w 2"/>
              <a:gd name="T23" fmla="*/ 2147483647 h 2"/>
              <a:gd name="T24" fmla="*/ 2147483647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0" y="0"/>
                </a:lnTo>
                <a:lnTo>
                  <a:pt x="0" y="2"/>
                </a:lnTo>
                <a:lnTo>
                  <a:pt x="2" y="2"/>
                </a:lnTo>
                <a:lnTo>
                  <a:pt x="2" y="0"/>
                </a:lnTo>
                <a:lnTo>
                  <a:pt x="0" y="0"/>
                </a:lnTo>
                <a:lnTo>
                  <a:pt x="0" y="2"/>
                </a:lnTo>
                <a:lnTo>
                  <a:pt x="2"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6" name="Freeform 1154"/>
          <p:cNvSpPr>
            <a:spLocks/>
          </p:cNvSpPr>
          <p:nvPr/>
        </p:nvSpPr>
        <p:spPr bwMode="auto">
          <a:xfrm>
            <a:off x="886886" y="434975"/>
            <a:ext cx="4233" cy="1588"/>
          </a:xfrm>
          <a:custGeom>
            <a:avLst/>
            <a:gdLst>
              <a:gd name="T0" fmla="*/ 2147483647 w 2"/>
              <a:gd name="T1" fmla="*/ 0 h 1588"/>
              <a:gd name="T2" fmla="*/ 0 w 2"/>
              <a:gd name="T3" fmla="*/ 0 h 1588"/>
              <a:gd name="T4" fmla="*/ 2147483647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7" name="Freeform 1156"/>
          <p:cNvSpPr>
            <a:spLocks/>
          </p:cNvSpPr>
          <p:nvPr/>
        </p:nvSpPr>
        <p:spPr bwMode="auto">
          <a:xfrm>
            <a:off x="886886" y="431801"/>
            <a:ext cx="4233" cy="3175"/>
          </a:xfrm>
          <a:custGeom>
            <a:avLst/>
            <a:gdLst>
              <a:gd name="T0" fmla="*/ 2147483647 w 2"/>
              <a:gd name="T1" fmla="*/ 2147483647 h 2"/>
              <a:gd name="T2" fmla="*/ 0 w 2"/>
              <a:gd name="T3" fmla="*/ 0 h 2"/>
              <a:gd name="T4" fmla="*/ 0 w 2"/>
              <a:gd name="T5" fmla="*/ 0 h 2"/>
              <a:gd name="T6" fmla="*/ 0 w 2"/>
              <a:gd name="T7" fmla="*/ 2147483647 h 2"/>
              <a:gd name="T8" fmla="*/ 2147483647 w 2"/>
              <a:gd name="T9" fmla="*/ 2147483647 h 2"/>
              <a:gd name="T10" fmla="*/ 2147483647 w 2"/>
              <a:gd name="T11" fmla="*/ 2147483647 h 2"/>
              <a:gd name="T12" fmla="*/ 2147483647 w 2"/>
              <a:gd name="T13" fmla="*/ 2147483647 h 2"/>
              <a:gd name="T14" fmla="*/ 0 w 2"/>
              <a:gd name="T15" fmla="*/ 0 h 2"/>
              <a:gd name="T16" fmla="*/ 0 w 2"/>
              <a:gd name="T17" fmla="*/ 0 h 2"/>
              <a:gd name="T18" fmla="*/ 0 w 2"/>
              <a:gd name="T19" fmla="*/ 2147483647 h 2"/>
              <a:gd name="T20" fmla="*/ 2147483647 w 2"/>
              <a:gd name="T21" fmla="*/ 2147483647 h 2"/>
              <a:gd name="T22" fmla="*/ 2147483647 w 2"/>
              <a:gd name="T23" fmla="*/ 2147483647 h 2"/>
              <a:gd name="T24" fmla="*/ 2147483647 w 2"/>
              <a:gd name="T25" fmla="*/ 2147483647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2"/>
                </a:moveTo>
                <a:lnTo>
                  <a:pt x="0" y="0"/>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8" name="Freeform 1163"/>
          <p:cNvSpPr>
            <a:spLocks/>
          </p:cNvSpPr>
          <p:nvPr/>
        </p:nvSpPr>
        <p:spPr bwMode="auto">
          <a:xfrm>
            <a:off x="814917" y="415928"/>
            <a:ext cx="8467" cy="3175"/>
          </a:xfrm>
          <a:custGeom>
            <a:avLst/>
            <a:gdLst>
              <a:gd name="T0" fmla="*/ 2147483647 w 4"/>
              <a:gd name="T1" fmla="*/ 2147483647 h 2"/>
              <a:gd name="T2" fmla="*/ 2147483647 w 4"/>
              <a:gd name="T3" fmla="*/ 2147483647 h 2"/>
              <a:gd name="T4" fmla="*/ 2147483647 w 4"/>
              <a:gd name="T5" fmla="*/ 2147483647 h 2"/>
              <a:gd name="T6" fmla="*/ 2147483647 w 4"/>
              <a:gd name="T7" fmla="*/ 0 h 2"/>
              <a:gd name="T8" fmla="*/ 2147483647 w 4"/>
              <a:gd name="T9" fmla="*/ 0 h 2"/>
              <a:gd name="T10" fmla="*/ 2147483647 w 4"/>
              <a:gd name="T11" fmla="*/ 0 h 2"/>
              <a:gd name="T12" fmla="*/ 2147483647 w 4"/>
              <a:gd name="T13" fmla="*/ 0 h 2"/>
              <a:gd name="T14" fmla="*/ 0 w 4"/>
              <a:gd name="T15" fmla="*/ 2147483647 h 2"/>
              <a:gd name="T16" fmla="*/ 2147483647 w 4"/>
              <a:gd name="T17" fmla="*/ 2147483647 h 2"/>
              <a:gd name="T18" fmla="*/ 2147483647 w 4"/>
              <a:gd name="T19" fmla="*/ 0 h 2"/>
              <a:gd name="T20" fmla="*/ 2147483647 w 4"/>
              <a:gd name="T21" fmla="*/ 2147483647 h 2"/>
              <a:gd name="T22" fmla="*/ 2147483647 w 4"/>
              <a:gd name="T23" fmla="*/ 0 h 2"/>
              <a:gd name="T24" fmla="*/ 2147483647 w 4"/>
              <a:gd name="T25" fmla="*/ 0 h 2"/>
              <a:gd name="T26" fmla="*/ 2147483647 w 4"/>
              <a:gd name="T27" fmla="*/ 0 h 2"/>
              <a:gd name="T28" fmla="*/ 2147483647 w 4"/>
              <a:gd name="T29" fmla="*/ 0 h 2"/>
              <a:gd name="T30" fmla="*/ 0 w 4"/>
              <a:gd name="T31" fmla="*/ 0 h 2"/>
              <a:gd name="T32" fmla="*/ 2147483647 w 4"/>
              <a:gd name="T33" fmla="*/ 2147483647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 h="2">
                <a:moveTo>
                  <a:pt x="2" y="2"/>
                </a:moveTo>
                <a:lnTo>
                  <a:pt x="2" y="2"/>
                </a:lnTo>
                <a:lnTo>
                  <a:pt x="4" y="2"/>
                </a:lnTo>
                <a:lnTo>
                  <a:pt x="4" y="0"/>
                </a:lnTo>
                <a:lnTo>
                  <a:pt x="2" y="0"/>
                </a:lnTo>
                <a:lnTo>
                  <a:pt x="0" y="2"/>
                </a:lnTo>
                <a:lnTo>
                  <a:pt x="2" y="2"/>
                </a:lnTo>
                <a:lnTo>
                  <a:pt x="2" y="0"/>
                </a:lnTo>
                <a:lnTo>
                  <a:pt x="4" y="2"/>
                </a:lnTo>
                <a:lnTo>
                  <a:pt x="4" y="0"/>
                </a:lnTo>
                <a:lnTo>
                  <a:pt x="2" y="0"/>
                </a:lnTo>
                <a:lnTo>
                  <a:pt x="0" y="0"/>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89" name="Freeform 1172"/>
          <p:cNvSpPr>
            <a:spLocks/>
          </p:cNvSpPr>
          <p:nvPr/>
        </p:nvSpPr>
        <p:spPr bwMode="auto">
          <a:xfrm>
            <a:off x="776820" y="476253"/>
            <a:ext cx="4233" cy="3175"/>
          </a:xfrm>
          <a:custGeom>
            <a:avLst/>
            <a:gdLst>
              <a:gd name="T0" fmla="*/ 0 w 2"/>
              <a:gd name="T1" fmla="*/ 2147483647 h 2"/>
              <a:gd name="T2" fmla="*/ 0 w 2"/>
              <a:gd name="T3" fmla="*/ 2147483647 h 2"/>
              <a:gd name="T4" fmla="*/ 2147483647 w 2"/>
              <a:gd name="T5" fmla="*/ 2147483647 h 2"/>
              <a:gd name="T6" fmla="*/ 0 w 2"/>
              <a:gd name="T7" fmla="*/ 0 h 2"/>
              <a:gd name="T8" fmla="*/ 0 w 2"/>
              <a:gd name="T9" fmla="*/ 0 h 2"/>
              <a:gd name="T10" fmla="*/ 0 w 2"/>
              <a:gd name="T11" fmla="*/ 0 h 2"/>
              <a:gd name="T12" fmla="*/ 0 w 2"/>
              <a:gd name="T13" fmla="*/ 2147483647 h 2"/>
              <a:gd name="T14" fmla="*/ 0 w 2"/>
              <a:gd name="T15" fmla="*/ 2147483647 h 2"/>
              <a:gd name="T16" fmla="*/ 0 w 2"/>
              <a:gd name="T17" fmla="*/ 2147483647 h 2"/>
              <a:gd name="T18" fmla="*/ 0 w 2"/>
              <a:gd name="T19" fmla="*/ 2147483647 h 2"/>
              <a:gd name="T20" fmla="*/ 0 w 2"/>
              <a:gd name="T21" fmla="*/ 2147483647 h 2"/>
              <a:gd name="T22" fmla="*/ 0 w 2"/>
              <a:gd name="T23" fmla="*/ 2147483647 h 2"/>
              <a:gd name="T24" fmla="*/ 0 w 2"/>
              <a:gd name="T25" fmla="*/ 2147483647 h 2"/>
              <a:gd name="T26" fmla="*/ 0 w 2"/>
              <a:gd name="T27" fmla="*/ 2147483647 h 2"/>
              <a:gd name="T28" fmla="*/ 0 w 2"/>
              <a:gd name="T29" fmla="*/ 2147483647 h 2"/>
              <a:gd name="T30" fmla="*/ 0 w 2"/>
              <a:gd name="T31" fmla="*/ 2147483647 h 2"/>
              <a:gd name="T32" fmla="*/ 0 w 2"/>
              <a:gd name="T33" fmla="*/ 2147483647 h 2"/>
              <a:gd name="T34" fmla="*/ 0 w 2"/>
              <a:gd name="T35" fmla="*/ 2147483647 h 2"/>
              <a:gd name="T36" fmla="*/ 0 w 2"/>
              <a:gd name="T37" fmla="*/ 2147483647 h 2"/>
              <a:gd name="T38" fmla="*/ 0 w 2"/>
              <a:gd name="T39" fmla="*/ 2147483647 h 2"/>
              <a:gd name="T40" fmla="*/ 0 w 2"/>
              <a:gd name="T41" fmla="*/ 2147483647 h 2"/>
              <a:gd name="T42" fmla="*/ 0 w 2"/>
              <a:gd name="T43" fmla="*/ 2147483647 h 2"/>
              <a:gd name="T44" fmla="*/ 0 w 2"/>
              <a:gd name="T45" fmla="*/ 2147483647 h 2"/>
              <a:gd name="T46" fmla="*/ 0 w 2"/>
              <a:gd name="T47" fmla="*/ 2147483647 h 2"/>
              <a:gd name="T48" fmla="*/ 0 w 2"/>
              <a:gd name="T49" fmla="*/ 2147483647 h 2"/>
              <a:gd name="T50" fmla="*/ 0 w 2"/>
              <a:gd name="T51" fmla="*/ 2147483647 h 2"/>
              <a:gd name="T52" fmla="*/ 0 w 2"/>
              <a:gd name="T53" fmla="*/ 2147483647 h 2"/>
              <a:gd name="T54" fmla="*/ 0 w 2"/>
              <a:gd name="T55" fmla="*/ 2147483647 h 2"/>
              <a:gd name="T56" fmla="*/ 0 w 2"/>
              <a:gd name="T57" fmla="*/ 2147483647 h 2"/>
              <a:gd name="T58" fmla="*/ 0 w 2"/>
              <a:gd name="T59" fmla="*/ 2147483647 h 2"/>
              <a:gd name="T60" fmla="*/ 0 w 2"/>
              <a:gd name="T61" fmla="*/ 2147483647 h 2"/>
              <a:gd name="T62" fmla="*/ 0 w 2"/>
              <a:gd name="T63" fmla="*/ 2147483647 h 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2">
                <a:moveTo>
                  <a:pt x="0" y="2"/>
                </a:moveTo>
                <a:lnTo>
                  <a:pt x="0" y="2"/>
                </a:ln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90" name="Freeform 1177"/>
          <p:cNvSpPr>
            <a:spLocks/>
          </p:cNvSpPr>
          <p:nvPr/>
        </p:nvSpPr>
        <p:spPr bwMode="auto">
          <a:xfrm>
            <a:off x="742953" y="534991"/>
            <a:ext cx="4233" cy="3175"/>
          </a:xfrm>
          <a:custGeom>
            <a:avLst/>
            <a:gdLst>
              <a:gd name="T0" fmla="*/ 0 w 2"/>
              <a:gd name="T1" fmla="*/ 2147483647 h 2"/>
              <a:gd name="T2" fmla="*/ 2147483647 w 2"/>
              <a:gd name="T3" fmla="*/ 2147483647 h 2"/>
              <a:gd name="T4" fmla="*/ 2147483647 w 2"/>
              <a:gd name="T5" fmla="*/ 2147483647 h 2"/>
              <a:gd name="T6" fmla="*/ 2147483647 w 2"/>
              <a:gd name="T7" fmla="*/ 0 h 2"/>
              <a:gd name="T8" fmla="*/ 2147483647 w 2"/>
              <a:gd name="T9" fmla="*/ 0 h 2"/>
              <a:gd name="T10" fmla="*/ 2147483647 w 2"/>
              <a:gd name="T11" fmla="*/ 0 h 2"/>
              <a:gd name="T12" fmla="*/ 0 w 2"/>
              <a:gd name="T13" fmla="*/ 0 h 2"/>
              <a:gd name="T14" fmla="*/ 0 w 2"/>
              <a:gd name="T15" fmla="*/ 0 h 2"/>
              <a:gd name="T16" fmla="*/ 0 w 2"/>
              <a:gd name="T17" fmla="*/ 0 h 2"/>
              <a:gd name="T18" fmla="*/ 0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2147483647 h 2"/>
              <a:gd name="T40" fmla="*/ 0 w 2"/>
              <a:gd name="T41" fmla="*/ 2147483647 h 2"/>
              <a:gd name="T42" fmla="*/ 2147483647 w 2"/>
              <a:gd name="T43" fmla="*/ 2147483647 h 2"/>
              <a:gd name="T44" fmla="*/ 2147483647 w 2"/>
              <a:gd name="T45" fmla="*/ 0 h 2"/>
              <a:gd name="T46" fmla="*/ 2147483647 w 2"/>
              <a:gd name="T47" fmla="*/ 0 h 2"/>
              <a:gd name="T48" fmla="*/ 2147483647 w 2"/>
              <a:gd name="T49" fmla="*/ 0 h 2"/>
              <a:gd name="T50" fmla="*/ 2147483647 w 2"/>
              <a:gd name="T51" fmla="*/ 0 h 2"/>
              <a:gd name="T52" fmla="*/ 2147483647 w 2"/>
              <a:gd name="T53" fmla="*/ 0 h 2"/>
              <a:gd name="T54" fmla="*/ 2147483647 w 2"/>
              <a:gd name="T55" fmla="*/ 0 h 2"/>
              <a:gd name="T56" fmla="*/ 2147483647 w 2"/>
              <a:gd name="T57" fmla="*/ 0 h 2"/>
              <a:gd name="T58" fmla="*/ 2147483647 w 2"/>
              <a:gd name="T59" fmla="*/ 0 h 2"/>
              <a:gd name="T60" fmla="*/ 2147483647 w 2"/>
              <a:gd name="T61" fmla="*/ 0 h 2"/>
              <a:gd name="T62" fmla="*/ 2147483647 w 2"/>
              <a:gd name="T63" fmla="*/ 0 h 2"/>
              <a:gd name="T64" fmla="*/ 2147483647 w 2"/>
              <a:gd name="T65" fmla="*/ 0 h 2"/>
              <a:gd name="T66" fmla="*/ 2147483647 w 2"/>
              <a:gd name="T67" fmla="*/ 2147483647 h 2"/>
              <a:gd name="T68" fmla="*/ 2147483647 w 2"/>
              <a:gd name="T69" fmla="*/ 0 h 2"/>
              <a:gd name="T70" fmla="*/ 2147483647 w 2"/>
              <a:gd name="T71" fmla="*/ 0 h 2"/>
              <a:gd name="T72" fmla="*/ 0 w 2"/>
              <a:gd name="T73" fmla="*/ 0 h 2"/>
              <a:gd name="T74" fmla="*/ 0 w 2"/>
              <a:gd name="T75" fmla="*/ 0 h 2"/>
              <a:gd name="T76" fmla="*/ 0 w 2"/>
              <a:gd name="T77" fmla="*/ 2147483647 h 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 h="2">
                <a:moveTo>
                  <a:pt x="0" y="2"/>
                </a:moveTo>
                <a:lnTo>
                  <a:pt x="2" y="2"/>
                </a:lnTo>
                <a:lnTo>
                  <a:pt x="2" y="0"/>
                </a:lnTo>
                <a:lnTo>
                  <a:pt x="0" y="0"/>
                </a:lnTo>
                <a:lnTo>
                  <a:pt x="0" y="2"/>
                </a:lnTo>
                <a:lnTo>
                  <a:pt x="2" y="2"/>
                </a:lnTo>
                <a:lnTo>
                  <a:pt x="2" y="0"/>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91" name="Freeform 1180"/>
          <p:cNvSpPr>
            <a:spLocks/>
          </p:cNvSpPr>
          <p:nvPr/>
        </p:nvSpPr>
        <p:spPr bwMode="auto">
          <a:xfrm>
            <a:off x="747186" y="530228"/>
            <a:ext cx="4233" cy="4763"/>
          </a:xfrm>
          <a:custGeom>
            <a:avLst/>
            <a:gdLst>
              <a:gd name="T0" fmla="*/ 0 w 2"/>
              <a:gd name="T1" fmla="*/ 2147483647 h 3"/>
              <a:gd name="T2" fmla="*/ 0 w 2"/>
              <a:gd name="T3" fmla="*/ 2147483647 h 3"/>
              <a:gd name="T4" fmla="*/ 2147483647 w 2"/>
              <a:gd name="T5" fmla="*/ 2147483647 h 3"/>
              <a:gd name="T6" fmla="*/ 2147483647 w 2"/>
              <a:gd name="T7" fmla="*/ 2147483647 h 3"/>
              <a:gd name="T8" fmla="*/ 0 w 2"/>
              <a:gd name="T9" fmla="*/ 0 h 3"/>
              <a:gd name="T10" fmla="*/ 0 w 2"/>
              <a:gd name="T11" fmla="*/ 0 h 3"/>
              <a:gd name="T12" fmla="*/ 0 w 2"/>
              <a:gd name="T13" fmla="*/ 0 h 3"/>
              <a:gd name="T14" fmla="*/ 0 w 2"/>
              <a:gd name="T15" fmla="*/ 2147483647 h 3"/>
              <a:gd name="T16" fmla="*/ 0 w 2"/>
              <a:gd name="T17" fmla="*/ 2147483647 h 3"/>
              <a:gd name="T18" fmla="*/ 0 w 2"/>
              <a:gd name="T19" fmla="*/ 2147483647 h 3"/>
              <a:gd name="T20" fmla="*/ 0 w 2"/>
              <a:gd name="T21" fmla="*/ 2147483647 h 3"/>
              <a:gd name="T22" fmla="*/ 0 w 2"/>
              <a:gd name="T23" fmla="*/ 0 h 3"/>
              <a:gd name="T24" fmla="*/ 0 w 2"/>
              <a:gd name="T25" fmla="*/ 2147483647 h 3"/>
              <a:gd name="T26" fmla="*/ 0 w 2"/>
              <a:gd name="T27" fmla="*/ 2147483647 h 3"/>
              <a:gd name="T28" fmla="*/ 0 w 2"/>
              <a:gd name="T29" fmla="*/ 2147483647 h 3"/>
              <a:gd name="T30" fmla="*/ 0 w 2"/>
              <a:gd name="T31" fmla="*/ 2147483647 h 3"/>
              <a:gd name="T32" fmla="*/ 0 w 2"/>
              <a:gd name="T33" fmla="*/ 2147483647 h 3"/>
              <a:gd name="T34" fmla="*/ 0 w 2"/>
              <a:gd name="T35" fmla="*/ 2147483647 h 3"/>
              <a:gd name="T36" fmla="*/ 0 w 2"/>
              <a:gd name="T37" fmla="*/ 2147483647 h 3"/>
              <a:gd name="T38" fmla="*/ 0 w 2"/>
              <a:gd name="T39" fmla="*/ 2147483647 h 3"/>
              <a:gd name="T40" fmla="*/ 0 w 2"/>
              <a:gd name="T41" fmla="*/ 2147483647 h 3"/>
              <a:gd name="T42" fmla="*/ 0 w 2"/>
              <a:gd name="T43" fmla="*/ 2147483647 h 3"/>
              <a:gd name="T44" fmla="*/ 0 w 2"/>
              <a:gd name="T45" fmla="*/ 2147483647 h 3"/>
              <a:gd name="T46" fmla="*/ 0 w 2"/>
              <a:gd name="T47" fmla="*/ 2147483647 h 3"/>
              <a:gd name="T48" fmla="*/ 0 w 2"/>
              <a:gd name="T49" fmla="*/ 2147483647 h 3"/>
              <a:gd name="T50" fmla="*/ 0 w 2"/>
              <a:gd name="T51" fmla="*/ 2147483647 h 3"/>
              <a:gd name="T52" fmla="*/ 0 w 2"/>
              <a:gd name="T53" fmla="*/ 2147483647 h 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 h="3">
                <a:moveTo>
                  <a:pt x="0" y="3"/>
                </a:moveTo>
                <a:lnTo>
                  <a:pt x="0" y="3"/>
                </a:lnTo>
                <a:lnTo>
                  <a:pt x="2" y="3"/>
                </a:lnTo>
                <a:lnTo>
                  <a:pt x="0" y="0"/>
                </a:lnTo>
                <a:lnTo>
                  <a:pt x="0" y="3"/>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92" name="Line 1187"/>
          <p:cNvSpPr>
            <a:spLocks noChangeShapeType="1"/>
          </p:cNvSpPr>
          <p:nvPr/>
        </p:nvSpPr>
        <p:spPr bwMode="auto">
          <a:xfrm>
            <a:off x="759886"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93" name="Line 1188"/>
          <p:cNvSpPr>
            <a:spLocks noChangeShapeType="1"/>
          </p:cNvSpPr>
          <p:nvPr/>
        </p:nvSpPr>
        <p:spPr bwMode="auto">
          <a:xfrm>
            <a:off x="759886"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94" name="Freeform 1208"/>
          <p:cNvSpPr>
            <a:spLocks/>
          </p:cNvSpPr>
          <p:nvPr/>
        </p:nvSpPr>
        <p:spPr bwMode="auto">
          <a:xfrm>
            <a:off x="793751" y="557216"/>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95" name="Freeform 1210"/>
          <p:cNvSpPr>
            <a:spLocks/>
          </p:cNvSpPr>
          <p:nvPr/>
        </p:nvSpPr>
        <p:spPr bwMode="auto">
          <a:xfrm>
            <a:off x="793753" y="557216"/>
            <a:ext cx="4233" cy="3175"/>
          </a:xfrm>
          <a:custGeom>
            <a:avLst/>
            <a:gdLst>
              <a:gd name="T0" fmla="*/ 0 w 2"/>
              <a:gd name="T1" fmla="*/ 2147483647 h 2"/>
              <a:gd name="T2" fmla="*/ 0 w 2"/>
              <a:gd name="T3" fmla="*/ 2147483647 h 2"/>
              <a:gd name="T4" fmla="*/ 2147483647 w 2"/>
              <a:gd name="T5" fmla="*/ 2147483647 h 2"/>
              <a:gd name="T6" fmla="*/ 2147483647 w 2"/>
              <a:gd name="T7" fmla="*/ 0 h 2"/>
              <a:gd name="T8" fmla="*/ 2147483647 w 2"/>
              <a:gd name="T9" fmla="*/ 0 h 2"/>
              <a:gd name="T10" fmla="*/ 0 w 2"/>
              <a:gd name="T11" fmla="*/ 0 h 2"/>
              <a:gd name="T12" fmla="*/ 0 w 2"/>
              <a:gd name="T13" fmla="*/ 0 h 2"/>
              <a:gd name="T14" fmla="*/ 0 w 2"/>
              <a:gd name="T15" fmla="*/ 0 h 2"/>
              <a:gd name="T16" fmla="*/ 0 w 2"/>
              <a:gd name="T17" fmla="*/ 2147483647 h 2"/>
              <a:gd name="T18" fmla="*/ 0 w 2"/>
              <a:gd name="T19" fmla="*/ 2147483647 h 2"/>
              <a:gd name="T20" fmla="*/ 2147483647 w 2"/>
              <a:gd name="T21" fmla="*/ 2147483647 h 2"/>
              <a:gd name="T22" fmla="*/ 2147483647 w 2"/>
              <a:gd name="T23" fmla="*/ 0 h 2"/>
              <a:gd name="T24" fmla="*/ 2147483647 w 2"/>
              <a:gd name="T25" fmla="*/ 0 h 2"/>
              <a:gd name="T26" fmla="*/ 0 w 2"/>
              <a:gd name="T27" fmla="*/ 0 h 2"/>
              <a:gd name="T28" fmla="*/ 0 w 2"/>
              <a:gd name="T29" fmla="*/ 0 h 2"/>
              <a:gd name="T30" fmla="*/ 0 w 2"/>
              <a:gd name="T31" fmla="*/ 0 h 2"/>
              <a:gd name="T32" fmla="*/ 0 w 2"/>
              <a:gd name="T33" fmla="*/ 2147483647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2"/>
                </a:moveTo>
                <a:lnTo>
                  <a:pt x="0" y="2"/>
                </a:lnTo>
                <a:lnTo>
                  <a:pt x="2" y="2"/>
                </a:lnTo>
                <a:lnTo>
                  <a:pt x="2" y="0"/>
                </a:lnTo>
                <a:lnTo>
                  <a:pt x="0" y="0"/>
                </a:lnTo>
                <a:lnTo>
                  <a:pt x="0" y="2"/>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96" name="Freeform 1214"/>
          <p:cNvSpPr>
            <a:spLocks/>
          </p:cNvSpPr>
          <p:nvPr/>
        </p:nvSpPr>
        <p:spPr bwMode="auto">
          <a:xfrm>
            <a:off x="793753" y="557216"/>
            <a:ext cx="4233" cy="3175"/>
          </a:xfrm>
          <a:custGeom>
            <a:avLst/>
            <a:gdLst>
              <a:gd name="T0" fmla="*/ 0 w 2"/>
              <a:gd name="T1" fmla="*/ 2147483647 h 2"/>
              <a:gd name="T2" fmla="*/ 2147483647 w 2"/>
              <a:gd name="T3" fmla="*/ 2147483647 h 2"/>
              <a:gd name="T4" fmla="*/ 0 w 2"/>
              <a:gd name="T5" fmla="*/ 0 h 2"/>
              <a:gd name="T6" fmla="*/ 0 w 2"/>
              <a:gd name="T7" fmla="*/ 2147483647 h 2"/>
              <a:gd name="T8" fmla="*/ 0 w 2"/>
              <a:gd name="T9" fmla="*/ 2147483647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2">
                <a:moveTo>
                  <a:pt x="0" y="2"/>
                </a:move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97" name="Rectangle 1215"/>
          <p:cNvSpPr>
            <a:spLocks noChangeArrowheads="1"/>
          </p:cNvSpPr>
          <p:nvPr/>
        </p:nvSpPr>
        <p:spPr bwMode="auto">
          <a:xfrm>
            <a:off x="793751" y="627066"/>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98" name="Freeform 1217"/>
          <p:cNvSpPr>
            <a:spLocks/>
          </p:cNvSpPr>
          <p:nvPr/>
        </p:nvSpPr>
        <p:spPr bwMode="auto">
          <a:xfrm>
            <a:off x="793751" y="627066"/>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99" name="Freeform 1219"/>
          <p:cNvSpPr>
            <a:spLocks/>
          </p:cNvSpPr>
          <p:nvPr/>
        </p:nvSpPr>
        <p:spPr bwMode="auto">
          <a:xfrm>
            <a:off x="975786" y="541341"/>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0" name="Freeform 1221"/>
          <p:cNvSpPr>
            <a:spLocks/>
          </p:cNvSpPr>
          <p:nvPr/>
        </p:nvSpPr>
        <p:spPr bwMode="auto">
          <a:xfrm>
            <a:off x="975786" y="541341"/>
            <a:ext cx="4233" cy="3175"/>
          </a:xfrm>
          <a:custGeom>
            <a:avLst/>
            <a:gdLst>
              <a:gd name="T0" fmla="*/ 2147483647 w 2"/>
              <a:gd name="T1" fmla="*/ 0 h 2"/>
              <a:gd name="T2" fmla="*/ 2147483647 w 2"/>
              <a:gd name="T3" fmla="*/ 0 h 2"/>
              <a:gd name="T4" fmla="*/ 2147483647 w 2"/>
              <a:gd name="T5" fmla="*/ 0 h 2"/>
              <a:gd name="T6" fmla="*/ 0 w 2"/>
              <a:gd name="T7" fmla="*/ 0 h 2"/>
              <a:gd name="T8" fmla="*/ 0 w 2"/>
              <a:gd name="T9" fmla="*/ 0 h 2"/>
              <a:gd name="T10" fmla="*/ 0 w 2"/>
              <a:gd name="T11" fmla="*/ 2147483647 h 2"/>
              <a:gd name="T12" fmla="*/ 2147483647 w 2"/>
              <a:gd name="T13" fmla="*/ 0 h 2"/>
              <a:gd name="T14" fmla="*/ 2147483647 w 2"/>
              <a:gd name="T15" fmla="*/ 0 h 2"/>
              <a:gd name="T16" fmla="*/ 2147483647 w 2"/>
              <a:gd name="T17" fmla="*/ 0 h 2"/>
              <a:gd name="T18" fmla="*/ 0 w 2"/>
              <a:gd name="T19" fmla="*/ 0 h 2"/>
              <a:gd name="T20" fmla="*/ 0 w 2"/>
              <a:gd name="T21" fmla="*/ 0 h 2"/>
              <a:gd name="T22" fmla="*/ 0 w 2"/>
              <a:gd name="T23" fmla="*/ 2147483647 h 2"/>
              <a:gd name="T24" fmla="*/ 2147483647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2" y="0"/>
                </a:lnTo>
                <a:lnTo>
                  <a:pt x="0" y="0"/>
                </a:lnTo>
                <a:lnTo>
                  <a:pt x="0" y="2"/>
                </a:lnTo>
                <a:lnTo>
                  <a:pt x="2" y="0"/>
                </a:lnTo>
                <a:lnTo>
                  <a:pt x="0" y="0"/>
                </a:lnTo>
                <a:lnTo>
                  <a:pt x="0"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1" name="Freeform 1234"/>
          <p:cNvSpPr>
            <a:spLocks/>
          </p:cNvSpPr>
          <p:nvPr/>
        </p:nvSpPr>
        <p:spPr bwMode="auto">
          <a:xfrm>
            <a:off x="963086" y="550866"/>
            <a:ext cx="4233" cy="1587"/>
          </a:xfrm>
          <a:custGeom>
            <a:avLst/>
            <a:gdLst>
              <a:gd name="T0" fmla="*/ 0 w 2"/>
              <a:gd name="T1" fmla="*/ 0 h 1587"/>
              <a:gd name="T2" fmla="*/ 0 w 2"/>
              <a:gd name="T3" fmla="*/ 0 h 1587"/>
              <a:gd name="T4" fmla="*/ 2147483647 w 2"/>
              <a:gd name="T5" fmla="*/ 0 h 1587"/>
              <a:gd name="T6" fmla="*/ 2147483647 w 2"/>
              <a:gd name="T7" fmla="*/ 0 h 1587"/>
              <a:gd name="T8" fmla="*/ 2147483647 w 2"/>
              <a:gd name="T9" fmla="*/ 0 h 1587"/>
              <a:gd name="T10" fmla="*/ 2147483647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2147483647 w 2"/>
              <a:gd name="T25" fmla="*/ 0 h 1587"/>
              <a:gd name="T26" fmla="*/ 2147483647 w 2"/>
              <a:gd name="T27" fmla="*/ 0 h 1587"/>
              <a:gd name="T28" fmla="*/ 2147483647 w 2"/>
              <a:gd name="T29" fmla="*/ 0 h 1587"/>
              <a:gd name="T30" fmla="*/ 0 w 2"/>
              <a:gd name="T31" fmla="*/ 0 h 1587"/>
              <a:gd name="T32" fmla="*/ 0 w 2"/>
              <a:gd name="T33" fmla="*/ 0 h 1587"/>
              <a:gd name="T34" fmla="*/ 2147483647 w 2"/>
              <a:gd name="T35" fmla="*/ 0 h 1587"/>
              <a:gd name="T36" fmla="*/ 0 w 2"/>
              <a:gd name="T37" fmla="*/ 0 h 1587"/>
              <a:gd name="T38" fmla="*/ 0 w 2"/>
              <a:gd name="T39" fmla="*/ 0 h 1587"/>
              <a:gd name="T40" fmla="*/ 0 w 2"/>
              <a:gd name="T41" fmla="*/ 0 h 1587"/>
              <a:gd name="T42" fmla="*/ 0 w 2"/>
              <a:gd name="T43" fmla="*/ 0 h 1587"/>
              <a:gd name="T44" fmla="*/ 0 w 2"/>
              <a:gd name="T45" fmla="*/ 0 h 1587"/>
              <a:gd name="T46" fmla="*/ 0 w 2"/>
              <a:gd name="T47" fmla="*/ 0 h 1587"/>
              <a:gd name="T48" fmla="*/ 0 w 2"/>
              <a:gd name="T49" fmla="*/ 0 h 1587"/>
              <a:gd name="T50" fmla="*/ 0 w 2"/>
              <a:gd name="T51" fmla="*/ 0 h 1587"/>
              <a:gd name="T52" fmla="*/ 0 w 2"/>
              <a:gd name="T53" fmla="*/ 0 h 1587"/>
              <a:gd name="T54" fmla="*/ 0 w 2"/>
              <a:gd name="T55" fmla="*/ 0 h 1587"/>
              <a:gd name="T56" fmla="*/ 0 w 2"/>
              <a:gd name="T57" fmla="*/ 0 h 1587"/>
              <a:gd name="T58" fmla="*/ 0 w 2"/>
              <a:gd name="T59" fmla="*/ 0 h 1587"/>
              <a:gd name="T60" fmla="*/ 0 w 2"/>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1587">
                <a:moveTo>
                  <a:pt x="0" y="0"/>
                </a:moveTo>
                <a:lnTo>
                  <a:pt x="0" y="0"/>
                </a:lnTo>
                <a:lnTo>
                  <a:pt x="2" y="0"/>
                </a:lnTo>
                <a:lnTo>
                  <a:pt x="0" y="0"/>
                </a:ln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2" name="Line 1237"/>
          <p:cNvSpPr>
            <a:spLocks noChangeShapeType="1"/>
          </p:cNvSpPr>
          <p:nvPr/>
        </p:nvSpPr>
        <p:spPr bwMode="auto">
          <a:xfrm>
            <a:off x="971551" y="544516"/>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3" name="Line 1238"/>
          <p:cNvSpPr>
            <a:spLocks noChangeShapeType="1"/>
          </p:cNvSpPr>
          <p:nvPr/>
        </p:nvSpPr>
        <p:spPr bwMode="auto">
          <a:xfrm>
            <a:off x="971551" y="544516"/>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4" name="Freeform 1240"/>
          <p:cNvSpPr>
            <a:spLocks/>
          </p:cNvSpPr>
          <p:nvPr/>
        </p:nvSpPr>
        <p:spPr bwMode="auto">
          <a:xfrm>
            <a:off x="971551" y="541341"/>
            <a:ext cx="2116" cy="3175"/>
          </a:xfrm>
          <a:custGeom>
            <a:avLst/>
            <a:gdLst>
              <a:gd name="T0" fmla="*/ 0 w 1587"/>
              <a:gd name="T1" fmla="*/ 2147483647 h 2"/>
              <a:gd name="T2" fmla="*/ 0 w 1587"/>
              <a:gd name="T3" fmla="*/ 2147483647 h 2"/>
              <a:gd name="T4" fmla="*/ 0 w 1587"/>
              <a:gd name="T5" fmla="*/ 0 h 2"/>
              <a:gd name="T6" fmla="*/ 0 w 1587"/>
              <a:gd name="T7" fmla="*/ 2147483647 h 2"/>
              <a:gd name="T8" fmla="*/ 0 w 1587"/>
              <a:gd name="T9" fmla="*/ 2147483647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5" name="Freeform 1243"/>
          <p:cNvSpPr>
            <a:spLocks/>
          </p:cNvSpPr>
          <p:nvPr/>
        </p:nvSpPr>
        <p:spPr bwMode="auto">
          <a:xfrm>
            <a:off x="971553" y="538166"/>
            <a:ext cx="4233" cy="3175"/>
          </a:xfrm>
          <a:custGeom>
            <a:avLst/>
            <a:gdLst>
              <a:gd name="T0" fmla="*/ 2147483647 w 2"/>
              <a:gd name="T1" fmla="*/ 2147483647 h 2"/>
              <a:gd name="T2" fmla="*/ 2147483647 w 2"/>
              <a:gd name="T3" fmla="*/ 2147483647 h 2"/>
              <a:gd name="T4" fmla="*/ 2147483647 w 2"/>
              <a:gd name="T5" fmla="*/ 2147483647 h 2"/>
              <a:gd name="T6" fmla="*/ 2147483647 w 2"/>
              <a:gd name="T7" fmla="*/ 2147483647 h 2"/>
              <a:gd name="T8" fmla="*/ 0 w 2"/>
              <a:gd name="T9" fmla="*/ 2147483647 h 2"/>
              <a:gd name="T10" fmla="*/ 0 w 2"/>
              <a:gd name="T11" fmla="*/ 2147483647 h 2"/>
              <a:gd name="T12" fmla="*/ 2147483647 w 2"/>
              <a:gd name="T13" fmla="*/ 2147483647 h 2"/>
              <a:gd name="T14" fmla="*/ 0 w 2"/>
              <a:gd name="T15" fmla="*/ 2147483647 h 2"/>
              <a:gd name="T16" fmla="*/ 0 w 2"/>
              <a:gd name="T17" fmla="*/ 2147483647 h 2"/>
              <a:gd name="T18" fmla="*/ 0 w 2"/>
              <a:gd name="T19" fmla="*/ 2147483647 h 2"/>
              <a:gd name="T20" fmla="*/ 0 w 2"/>
              <a:gd name="T21" fmla="*/ 2147483647 h 2"/>
              <a:gd name="T22" fmla="*/ 0 w 2"/>
              <a:gd name="T23" fmla="*/ 2147483647 h 2"/>
              <a:gd name="T24" fmla="*/ 0 w 2"/>
              <a:gd name="T25" fmla="*/ 2147483647 h 2"/>
              <a:gd name="T26" fmla="*/ 0 w 2"/>
              <a:gd name="T27" fmla="*/ 2147483647 h 2"/>
              <a:gd name="T28" fmla="*/ 0 w 2"/>
              <a:gd name="T29" fmla="*/ 2147483647 h 2"/>
              <a:gd name="T30" fmla="*/ 0 w 2"/>
              <a:gd name="T31" fmla="*/ 2147483647 h 2"/>
              <a:gd name="T32" fmla="*/ 0 w 2"/>
              <a:gd name="T33" fmla="*/ 2147483647 h 2"/>
              <a:gd name="T34" fmla="*/ 0 w 2"/>
              <a:gd name="T35" fmla="*/ 2147483647 h 2"/>
              <a:gd name="T36" fmla="*/ 0 w 2"/>
              <a:gd name="T37" fmla="*/ 2147483647 h 2"/>
              <a:gd name="T38" fmla="*/ 2147483647 w 2"/>
              <a:gd name="T39" fmla="*/ 2147483647 h 2"/>
              <a:gd name="T40" fmla="*/ 2147483647 w 2"/>
              <a:gd name="T41" fmla="*/ 2147483647 h 2"/>
              <a:gd name="T42" fmla="*/ 2147483647 w 2"/>
              <a:gd name="T43" fmla="*/ 2147483647 h 2"/>
              <a:gd name="T44" fmla="*/ 2147483647 w 2"/>
              <a:gd name="T45" fmla="*/ 2147483647 h 2"/>
              <a:gd name="T46" fmla="*/ 2147483647 w 2"/>
              <a:gd name="T47" fmla="*/ 2147483647 h 2"/>
              <a:gd name="T48" fmla="*/ 0 w 2"/>
              <a:gd name="T49" fmla="*/ 0 h 2"/>
              <a:gd name="T50" fmla="*/ 0 w 2"/>
              <a:gd name="T51" fmla="*/ 2147483647 h 2"/>
              <a:gd name="T52" fmla="*/ 0 w 2"/>
              <a:gd name="T53" fmla="*/ 2147483647 h 2"/>
              <a:gd name="T54" fmla="*/ 0 w 2"/>
              <a:gd name="T55" fmla="*/ 2147483647 h 2"/>
              <a:gd name="T56" fmla="*/ 2147483647 w 2"/>
              <a:gd name="T57" fmla="*/ 2147483647 h 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 h="2">
                <a:moveTo>
                  <a:pt x="2" y="2"/>
                </a:moveTo>
                <a:lnTo>
                  <a:pt x="2" y="2"/>
                </a:lnTo>
                <a:lnTo>
                  <a:pt x="0" y="2"/>
                </a:lnTo>
                <a:lnTo>
                  <a:pt x="2" y="2"/>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6" name="Freeform 1246"/>
          <p:cNvSpPr>
            <a:spLocks/>
          </p:cNvSpPr>
          <p:nvPr/>
        </p:nvSpPr>
        <p:spPr bwMode="auto">
          <a:xfrm>
            <a:off x="967320" y="547691"/>
            <a:ext cx="4233" cy="3175"/>
          </a:xfrm>
          <a:custGeom>
            <a:avLst/>
            <a:gdLst>
              <a:gd name="T0" fmla="*/ 0 w 2"/>
              <a:gd name="T1" fmla="*/ 2147483647 h 2"/>
              <a:gd name="T2" fmla="*/ 0 w 2"/>
              <a:gd name="T3" fmla="*/ 2147483647 h 2"/>
              <a:gd name="T4" fmla="*/ 2147483647 w 2"/>
              <a:gd name="T5" fmla="*/ 0 h 2"/>
              <a:gd name="T6" fmla="*/ 2147483647 w 2"/>
              <a:gd name="T7" fmla="*/ 0 h 2"/>
              <a:gd name="T8" fmla="*/ 0 w 2"/>
              <a:gd name="T9" fmla="*/ 0 h 2"/>
              <a:gd name="T10" fmla="*/ 0 w 2"/>
              <a:gd name="T11" fmla="*/ 0 h 2"/>
              <a:gd name="T12" fmla="*/ 0 w 2"/>
              <a:gd name="T13" fmla="*/ 2147483647 h 2"/>
              <a:gd name="T14" fmla="*/ 0 w 2"/>
              <a:gd name="T15" fmla="*/ 2147483647 h 2"/>
              <a:gd name="T16" fmla="*/ 2147483647 w 2"/>
              <a:gd name="T17" fmla="*/ 0 h 2"/>
              <a:gd name="T18" fmla="*/ 2147483647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0 h 2"/>
              <a:gd name="T40" fmla="*/ 0 w 2"/>
              <a:gd name="T41" fmla="*/ 0 h 2"/>
              <a:gd name="T42" fmla="*/ 0 w 2"/>
              <a:gd name="T43" fmla="*/ 0 h 2"/>
              <a:gd name="T44" fmla="*/ 0 w 2"/>
              <a:gd name="T45" fmla="*/ 0 h 2"/>
              <a:gd name="T46" fmla="*/ 0 w 2"/>
              <a:gd name="T47" fmla="*/ 2147483647 h 2"/>
              <a:gd name="T48" fmla="*/ 0 w 2"/>
              <a:gd name="T49" fmla="*/ 2147483647 h 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 h="2">
                <a:moveTo>
                  <a:pt x="0" y="2"/>
                </a:moveTo>
                <a:lnTo>
                  <a:pt x="0" y="2"/>
                </a:lnTo>
                <a:lnTo>
                  <a:pt x="2" y="0"/>
                </a:lnTo>
                <a:lnTo>
                  <a:pt x="0" y="0"/>
                </a:lnTo>
                <a:lnTo>
                  <a:pt x="0"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7" name="Freeform 1250"/>
          <p:cNvSpPr>
            <a:spLocks/>
          </p:cNvSpPr>
          <p:nvPr/>
        </p:nvSpPr>
        <p:spPr bwMode="auto">
          <a:xfrm>
            <a:off x="975786" y="530225"/>
            <a:ext cx="4233" cy="1588"/>
          </a:xfrm>
          <a:custGeom>
            <a:avLst/>
            <a:gdLst>
              <a:gd name="T0" fmla="*/ 2147483647 w 2"/>
              <a:gd name="T1" fmla="*/ 0 h 1588"/>
              <a:gd name="T2" fmla="*/ 0 w 2"/>
              <a:gd name="T3" fmla="*/ 0 h 1588"/>
              <a:gd name="T4" fmla="*/ 2147483647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8" name="Freeform 1252"/>
          <p:cNvSpPr>
            <a:spLocks/>
          </p:cNvSpPr>
          <p:nvPr/>
        </p:nvSpPr>
        <p:spPr bwMode="auto">
          <a:xfrm>
            <a:off x="975786" y="527050"/>
            <a:ext cx="4233" cy="7938"/>
          </a:xfrm>
          <a:custGeom>
            <a:avLst/>
            <a:gdLst>
              <a:gd name="T0" fmla="*/ 2147483647 w 2"/>
              <a:gd name="T1" fmla="*/ 2147483647 h 5"/>
              <a:gd name="T2" fmla="*/ 2147483647 w 2"/>
              <a:gd name="T3" fmla="*/ 2147483647 h 5"/>
              <a:gd name="T4" fmla="*/ 0 w 2"/>
              <a:gd name="T5" fmla="*/ 0 h 5"/>
              <a:gd name="T6" fmla="*/ 0 w 2"/>
              <a:gd name="T7" fmla="*/ 2147483647 h 5"/>
              <a:gd name="T8" fmla="*/ 0 w 2"/>
              <a:gd name="T9" fmla="*/ 2147483647 h 5"/>
              <a:gd name="T10" fmla="*/ 2147483647 w 2"/>
              <a:gd name="T11" fmla="*/ 2147483647 h 5"/>
              <a:gd name="T12" fmla="*/ 2147483647 w 2"/>
              <a:gd name="T13" fmla="*/ 2147483647 h 5"/>
              <a:gd name="T14" fmla="*/ 2147483647 w 2"/>
              <a:gd name="T15" fmla="*/ 2147483647 h 5"/>
              <a:gd name="T16" fmla="*/ 0 w 2"/>
              <a:gd name="T17" fmla="*/ 0 h 5"/>
              <a:gd name="T18" fmla="*/ 0 w 2"/>
              <a:gd name="T19" fmla="*/ 2147483647 h 5"/>
              <a:gd name="T20" fmla="*/ 0 w 2"/>
              <a:gd name="T21" fmla="*/ 2147483647 h 5"/>
              <a:gd name="T22" fmla="*/ 2147483647 w 2"/>
              <a:gd name="T23" fmla="*/ 2147483647 h 5"/>
              <a:gd name="T24" fmla="*/ 2147483647 w 2"/>
              <a:gd name="T25" fmla="*/ 2147483647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5">
                <a:moveTo>
                  <a:pt x="2" y="2"/>
                </a:moveTo>
                <a:lnTo>
                  <a:pt x="2" y="2"/>
                </a:lnTo>
                <a:lnTo>
                  <a:pt x="0" y="0"/>
                </a:lnTo>
                <a:lnTo>
                  <a:pt x="0" y="2"/>
                </a:lnTo>
                <a:lnTo>
                  <a:pt x="2" y="5"/>
                </a:lnTo>
                <a:lnTo>
                  <a:pt x="2" y="2"/>
                </a:lnTo>
                <a:lnTo>
                  <a:pt x="0" y="0"/>
                </a:lnTo>
                <a:lnTo>
                  <a:pt x="0" y="2"/>
                </a:lnTo>
                <a:lnTo>
                  <a:pt x="2" y="5"/>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9" name="Freeform 1255"/>
          <p:cNvSpPr>
            <a:spLocks/>
          </p:cNvSpPr>
          <p:nvPr/>
        </p:nvSpPr>
        <p:spPr bwMode="auto">
          <a:xfrm>
            <a:off x="950386" y="550866"/>
            <a:ext cx="4233" cy="1587"/>
          </a:xfrm>
          <a:custGeom>
            <a:avLst/>
            <a:gdLst>
              <a:gd name="T0" fmla="*/ 0 w 2"/>
              <a:gd name="T1" fmla="*/ 0 h 1587"/>
              <a:gd name="T2" fmla="*/ 2147483647 w 2"/>
              <a:gd name="T3" fmla="*/ 0 h 1587"/>
              <a:gd name="T4" fmla="*/ 2147483647 w 2"/>
              <a:gd name="T5" fmla="*/ 0 h 1587"/>
              <a:gd name="T6" fmla="*/ 2147483647 w 2"/>
              <a:gd name="T7" fmla="*/ 0 h 1587"/>
              <a:gd name="T8" fmla="*/ 2147483647 w 2"/>
              <a:gd name="T9" fmla="*/ 0 h 1587"/>
              <a:gd name="T10" fmla="*/ 0 w 2"/>
              <a:gd name="T11" fmla="*/ 0 h 1587"/>
              <a:gd name="T12" fmla="*/ 0 w 2"/>
              <a:gd name="T13" fmla="*/ 0 h 1587"/>
              <a:gd name="T14" fmla="*/ 0 w 2"/>
              <a:gd name="T15" fmla="*/ 0 h 1587"/>
              <a:gd name="T16" fmla="*/ 0 w 2"/>
              <a:gd name="T17" fmla="*/ 0 h 1587"/>
              <a:gd name="T18" fmla="*/ 2147483647 w 2"/>
              <a:gd name="T19" fmla="*/ 0 h 1587"/>
              <a:gd name="T20" fmla="*/ 2147483647 w 2"/>
              <a:gd name="T21" fmla="*/ 0 h 1587"/>
              <a:gd name="T22" fmla="*/ 2147483647 w 2"/>
              <a:gd name="T23" fmla="*/ 0 h 1587"/>
              <a:gd name="T24" fmla="*/ 2147483647 w 2"/>
              <a:gd name="T25" fmla="*/ 0 h 1587"/>
              <a:gd name="T26" fmla="*/ 2147483647 w 2"/>
              <a:gd name="T27" fmla="*/ 0 h 1587"/>
              <a:gd name="T28" fmla="*/ 2147483647 w 2"/>
              <a:gd name="T29" fmla="*/ 0 h 1587"/>
              <a:gd name="T30" fmla="*/ 2147483647 w 2"/>
              <a:gd name="T31" fmla="*/ 0 h 1587"/>
              <a:gd name="T32" fmla="*/ 2147483647 w 2"/>
              <a:gd name="T33" fmla="*/ 0 h 1587"/>
              <a:gd name="T34" fmla="*/ 2147483647 w 2"/>
              <a:gd name="T35" fmla="*/ 0 h 1587"/>
              <a:gd name="T36" fmla="*/ 2147483647 w 2"/>
              <a:gd name="T37" fmla="*/ 0 h 1587"/>
              <a:gd name="T38" fmla="*/ 2147483647 w 2"/>
              <a:gd name="T39" fmla="*/ 0 h 1587"/>
              <a:gd name="T40" fmla="*/ 2147483647 w 2"/>
              <a:gd name="T41" fmla="*/ 0 h 1587"/>
              <a:gd name="T42" fmla="*/ 2147483647 w 2"/>
              <a:gd name="T43" fmla="*/ 0 h 1587"/>
              <a:gd name="T44" fmla="*/ 2147483647 w 2"/>
              <a:gd name="T45" fmla="*/ 0 h 1587"/>
              <a:gd name="T46" fmla="*/ 2147483647 w 2"/>
              <a:gd name="T47" fmla="*/ 0 h 1587"/>
              <a:gd name="T48" fmla="*/ 2147483647 w 2"/>
              <a:gd name="T49" fmla="*/ 0 h 1587"/>
              <a:gd name="T50" fmla="*/ 2147483647 w 2"/>
              <a:gd name="T51" fmla="*/ 0 h 1587"/>
              <a:gd name="T52" fmla="*/ 2147483647 w 2"/>
              <a:gd name="T53" fmla="*/ 0 h 1587"/>
              <a:gd name="T54" fmla="*/ 2147483647 w 2"/>
              <a:gd name="T55" fmla="*/ 0 h 1587"/>
              <a:gd name="T56" fmla="*/ 2147483647 w 2"/>
              <a:gd name="T57" fmla="*/ 0 h 1587"/>
              <a:gd name="T58" fmla="*/ 0 w 2"/>
              <a:gd name="T59" fmla="*/ 0 h 1587"/>
              <a:gd name="T60" fmla="*/ 0 w 2"/>
              <a:gd name="T61" fmla="*/ 0 h 1587"/>
              <a:gd name="T62" fmla="*/ 0 w 2"/>
              <a:gd name="T63" fmla="*/ 0 h 15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10" name="Rectangle 1256"/>
          <p:cNvSpPr>
            <a:spLocks noChangeArrowheads="1"/>
          </p:cNvSpPr>
          <p:nvPr/>
        </p:nvSpPr>
        <p:spPr bwMode="auto">
          <a:xfrm>
            <a:off x="963086" y="550866"/>
            <a:ext cx="2116" cy="1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11" name="Freeform 1258"/>
          <p:cNvSpPr>
            <a:spLocks/>
          </p:cNvSpPr>
          <p:nvPr/>
        </p:nvSpPr>
        <p:spPr bwMode="auto">
          <a:xfrm>
            <a:off x="963086" y="550866"/>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12" name="Freeform 1266"/>
          <p:cNvSpPr>
            <a:spLocks/>
          </p:cNvSpPr>
          <p:nvPr/>
        </p:nvSpPr>
        <p:spPr bwMode="auto">
          <a:xfrm>
            <a:off x="971551" y="534991"/>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w 1587"/>
              <a:gd name="T63" fmla="*/ 0 h 1587"/>
              <a:gd name="T64" fmla="*/ 0 w 1587"/>
              <a:gd name="T65" fmla="*/ 0 h 1587"/>
              <a:gd name="T66" fmla="*/ 0 w 1587"/>
              <a:gd name="T67" fmla="*/ 0 h 1587"/>
              <a:gd name="T68" fmla="*/ 0 w 1587"/>
              <a:gd name="T69" fmla="*/ 0 h 1587"/>
              <a:gd name="T70" fmla="*/ 0 w 1587"/>
              <a:gd name="T71" fmla="*/ 0 h 1587"/>
              <a:gd name="T72" fmla="*/ 0 w 1587"/>
              <a:gd name="T73" fmla="*/ 0 h 1587"/>
              <a:gd name="T74" fmla="*/ 0 w 1587"/>
              <a:gd name="T75" fmla="*/ 0 h 1587"/>
              <a:gd name="T76" fmla="*/ 0 w 1587"/>
              <a:gd name="T77" fmla="*/ 0 h 1587"/>
              <a:gd name="T78" fmla="*/ 0 w 1587"/>
              <a:gd name="T79" fmla="*/ 0 h 1587"/>
              <a:gd name="T80" fmla="*/ 0 w 1587"/>
              <a:gd name="T81" fmla="*/ 0 h 1587"/>
              <a:gd name="T82" fmla="*/ 0 w 1587"/>
              <a:gd name="T83" fmla="*/ 0 h 1587"/>
              <a:gd name="T84" fmla="*/ 0 w 1587"/>
              <a:gd name="T85" fmla="*/ 0 h 1587"/>
              <a:gd name="T86" fmla="*/ 0 w 1587"/>
              <a:gd name="T87" fmla="*/ 0 h 15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13" name="Freeform 1269"/>
          <p:cNvSpPr>
            <a:spLocks/>
          </p:cNvSpPr>
          <p:nvPr/>
        </p:nvSpPr>
        <p:spPr bwMode="auto">
          <a:xfrm>
            <a:off x="971553" y="530228"/>
            <a:ext cx="4233" cy="4763"/>
          </a:xfrm>
          <a:custGeom>
            <a:avLst/>
            <a:gdLst>
              <a:gd name="T0" fmla="*/ 0 w 2"/>
              <a:gd name="T1" fmla="*/ 2147483647 h 3"/>
              <a:gd name="T2" fmla="*/ 2147483647 w 2"/>
              <a:gd name="T3" fmla="*/ 0 h 3"/>
              <a:gd name="T4" fmla="*/ 2147483647 w 2"/>
              <a:gd name="T5" fmla="*/ 0 h 3"/>
              <a:gd name="T6" fmla="*/ 2147483647 w 2"/>
              <a:gd name="T7" fmla="*/ 0 h 3"/>
              <a:gd name="T8" fmla="*/ 2147483647 w 2"/>
              <a:gd name="T9" fmla="*/ 0 h 3"/>
              <a:gd name="T10" fmla="*/ 0 w 2"/>
              <a:gd name="T11" fmla="*/ 0 h 3"/>
              <a:gd name="T12" fmla="*/ 0 w 2"/>
              <a:gd name="T13" fmla="*/ 0 h 3"/>
              <a:gd name="T14" fmla="*/ 0 w 2"/>
              <a:gd name="T15" fmla="*/ 2147483647 h 3"/>
              <a:gd name="T16" fmla="*/ 0 w 2"/>
              <a:gd name="T17" fmla="*/ 2147483647 h 3"/>
              <a:gd name="T18" fmla="*/ 2147483647 w 2"/>
              <a:gd name="T19" fmla="*/ 0 h 3"/>
              <a:gd name="T20" fmla="*/ 2147483647 w 2"/>
              <a:gd name="T21" fmla="*/ 0 h 3"/>
              <a:gd name="T22" fmla="*/ 0 w 2"/>
              <a:gd name="T23" fmla="*/ 0 h 3"/>
              <a:gd name="T24" fmla="*/ 0 w 2"/>
              <a:gd name="T25" fmla="*/ 0 h 3"/>
              <a:gd name="T26" fmla="*/ 0 w 2"/>
              <a:gd name="T27" fmla="*/ 0 h 3"/>
              <a:gd name="T28" fmla="*/ 0 w 2"/>
              <a:gd name="T29" fmla="*/ 0 h 3"/>
              <a:gd name="T30" fmla="*/ 0 w 2"/>
              <a:gd name="T31" fmla="*/ 0 h 3"/>
              <a:gd name="T32" fmla="*/ 0 w 2"/>
              <a:gd name="T33" fmla="*/ 0 h 3"/>
              <a:gd name="T34" fmla="*/ 0 w 2"/>
              <a:gd name="T35" fmla="*/ 0 h 3"/>
              <a:gd name="T36" fmla="*/ 0 w 2"/>
              <a:gd name="T37" fmla="*/ 0 h 3"/>
              <a:gd name="T38" fmla="*/ 0 w 2"/>
              <a:gd name="T39" fmla="*/ 2147483647 h 3"/>
              <a:gd name="T40" fmla="*/ 0 w 2"/>
              <a:gd name="T41" fmla="*/ 2147483647 h 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 h="3">
                <a:moveTo>
                  <a:pt x="0" y="3"/>
                </a:moveTo>
                <a:lnTo>
                  <a:pt x="2" y="0"/>
                </a:lnTo>
                <a:lnTo>
                  <a:pt x="0" y="0"/>
                </a:lnTo>
                <a:lnTo>
                  <a:pt x="0" y="3"/>
                </a:lnTo>
                <a:lnTo>
                  <a:pt x="2" y="0"/>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14" name="Line 1270"/>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15" name="Line 1271"/>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16" name="Rectangle 1272"/>
          <p:cNvSpPr>
            <a:spLocks noChangeArrowheads="1"/>
          </p:cNvSpPr>
          <p:nvPr/>
        </p:nvSpPr>
        <p:spPr bwMode="auto">
          <a:xfrm>
            <a:off x="971551" y="530225"/>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17" name="Rectangle 1273"/>
          <p:cNvSpPr>
            <a:spLocks noChangeArrowheads="1"/>
          </p:cNvSpPr>
          <p:nvPr/>
        </p:nvSpPr>
        <p:spPr bwMode="auto">
          <a:xfrm>
            <a:off x="971551" y="530225"/>
            <a:ext cx="2116"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18" name="Line 1274"/>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19" name="Line 1275"/>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20" name="Freeform 1277"/>
          <p:cNvSpPr>
            <a:spLocks/>
          </p:cNvSpPr>
          <p:nvPr/>
        </p:nvSpPr>
        <p:spPr bwMode="auto">
          <a:xfrm>
            <a:off x="971551" y="523878"/>
            <a:ext cx="2116" cy="3175"/>
          </a:xfrm>
          <a:custGeom>
            <a:avLst/>
            <a:gdLst>
              <a:gd name="T0" fmla="*/ 0 w 1587"/>
              <a:gd name="T1" fmla="*/ 2147483647 h 2"/>
              <a:gd name="T2" fmla="*/ 0 w 1587"/>
              <a:gd name="T3" fmla="*/ 2147483647 h 2"/>
              <a:gd name="T4" fmla="*/ 0 w 1587"/>
              <a:gd name="T5" fmla="*/ 0 h 2"/>
              <a:gd name="T6" fmla="*/ 0 w 1587"/>
              <a:gd name="T7" fmla="*/ 2147483647 h 2"/>
              <a:gd name="T8" fmla="*/ 0 w 1587"/>
              <a:gd name="T9" fmla="*/ 2147483647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21" name="Freeform 1287"/>
          <p:cNvSpPr>
            <a:spLocks/>
          </p:cNvSpPr>
          <p:nvPr/>
        </p:nvSpPr>
        <p:spPr bwMode="auto">
          <a:xfrm>
            <a:off x="958853" y="514350"/>
            <a:ext cx="4233" cy="3175"/>
          </a:xfrm>
          <a:custGeom>
            <a:avLst/>
            <a:gdLst>
              <a:gd name="T0" fmla="*/ 0 w 2"/>
              <a:gd name="T1" fmla="*/ 0 h 2"/>
              <a:gd name="T2" fmla="*/ 0 w 2"/>
              <a:gd name="T3" fmla="*/ 2147483647 h 2"/>
              <a:gd name="T4" fmla="*/ 2147483647 w 2"/>
              <a:gd name="T5" fmla="*/ 2147483647 h 2"/>
              <a:gd name="T6" fmla="*/ 2147483647 w 2"/>
              <a:gd name="T7" fmla="*/ 2147483647 h 2"/>
              <a:gd name="T8" fmla="*/ 2147483647 w 2"/>
              <a:gd name="T9" fmla="*/ 2147483647 h 2"/>
              <a:gd name="T10" fmla="*/ 2147483647 w 2"/>
              <a:gd name="T11" fmla="*/ 0 h 2"/>
              <a:gd name="T12" fmla="*/ 0 w 2"/>
              <a:gd name="T13" fmla="*/ 0 h 2"/>
              <a:gd name="T14" fmla="*/ 0 w 2"/>
              <a:gd name="T15" fmla="*/ 0 h 2"/>
              <a:gd name="T16" fmla="*/ 0 w 2"/>
              <a:gd name="T17" fmla="*/ 2147483647 h 2"/>
              <a:gd name="T18" fmla="*/ 0 w 2"/>
              <a:gd name="T19" fmla="*/ 2147483647 h 2"/>
              <a:gd name="T20" fmla="*/ 0 w 2"/>
              <a:gd name="T21" fmla="*/ 2147483647 h 2"/>
              <a:gd name="T22" fmla="*/ 0 w 2"/>
              <a:gd name="T23" fmla="*/ 2147483647 h 2"/>
              <a:gd name="T24" fmla="*/ 2147483647 w 2"/>
              <a:gd name="T25" fmla="*/ 2147483647 h 2"/>
              <a:gd name="T26" fmla="*/ 2147483647 w 2"/>
              <a:gd name="T27" fmla="*/ 2147483647 h 2"/>
              <a:gd name="T28" fmla="*/ 0 w 2"/>
              <a:gd name="T29" fmla="*/ 0 h 2"/>
              <a:gd name="T30" fmla="*/ 0 w 2"/>
              <a:gd name="T31" fmla="*/ 0 h 2"/>
              <a:gd name="T32" fmla="*/ 0 w 2"/>
              <a:gd name="T33" fmla="*/ 0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0"/>
                </a:moveTo>
                <a:lnTo>
                  <a:pt x="0" y="2"/>
                </a:lnTo>
                <a:lnTo>
                  <a:pt x="2" y="2"/>
                </a:lnTo>
                <a:lnTo>
                  <a:pt x="2" y="0"/>
                </a:lnTo>
                <a:lnTo>
                  <a:pt x="0" y="0"/>
                </a:lnTo>
                <a:lnTo>
                  <a:pt x="0" y="2"/>
                </a:lnTo>
                <a:lnTo>
                  <a:pt x="2"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22" name="Freeform 1290"/>
          <p:cNvSpPr>
            <a:spLocks/>
          </p:cNvSpPr>
          <p:nvPr/>
        </p:nvSpPr>
        <p:spPr bwMode="auto">
          <a:xfrm>
            <a:off x="958853" y="517527"/>
            <a:ext cx="4233" cy="3175"/>
          </a:xfrm>
          <a:custGeom>
            <a:avLst/>
            <a:gdLst>
              <a:gd name="T0" fmla="*/ 0 w 2"/>
              <a:gd name="T1" fmla="*/ 2147483647 h 2"/>
              <a:gd name="T2" fmla="*/ 0 w 2"/>
              <a:gd name="T3" fmla="*/ 2147483647 h 2"/>
              <a:gd name="T4" fmla="*/ 2147483647 w 2"/>
              <a:gd name="T5" fmla="*/ 2147483647 h 2"/>
              <a:gd name="T6" fmla="*/ 2147483647 w 2"/>
              <a:gd name="T7" fmla="*/ 2147483647 h 2"/>
              <a:gd name="T8" fmla="*/ 2147483647 w 2"/>
              <a:gd name="T9" fmla="*/ 2147483647 h 2"/>
              <a:gd name="T10" fmla="*/ 2147483647 w 2"/>
              <a:gd name="T11" fmla="*/ 0 h 2"/>
              <a:gd name="T12" fmla="*/ 0 w 2"/>
              <a:gd name="T13" fmla="*/ 0 h 2"/>
              <a:gd name="T14" fmla="*/ 0 w 2"/>
              <a:gd name="T15" fmla="*/ 0 h 2"/>
              <a:gd name="T16" fmla="*/ 0 w 2"/>
              <a:gd name="T17" fmla="*/ 0 h 2"/>
              <a:gd name="T18" fmla="*/ 0 w 2"/>
              <a:gd name="T19" fmla="*/ 0 h 2"/>
              <a:gd name="T20" fmla="*/ 2147483647 w 2"/>
              <a:gd name="T21" fmla="*/ 0 h 2"/>
              <a:gd name="T22" fmla="*/ 0 w 2"/>
              <a:gd name="T23" fmla="*/ 0 h 2"/>
              <a:gd name="T24" fmla="*/ 0 w 2"/>
              <a:gd name="T25" fmla="*/ 0 h 2"/>
              <a:gd name="T26" fmla="*/ 0 w 2"/>
              <a:gd name="T27" fmla="*/ 0 h 2"/>
              <a:gd name="T28" fmla="*/ 0 w 2"/>
              <a:gd name="T29" fmla="*/ 0 h 2"/>
              <a:gd name="T30" fmla="*/ 0 w 2"/>
              <a:gd name="T31" fmla="*/ 2147483647 h 2"/>
              <a:gd name="T32" fmla="*/ 0 w 2"/>
              <a:gd name="T33" fmla="*/ 2147483647 h 2"/>
              <a:gd name="T34" fmla="*/ 0 w 2"/>
              <a:gd name="T35" fmla="*/ 2147483647 h 2"/>
              <a:gd name="T36" fmla="*/ 0 w 2"/>
              <a:gd name="T37" fmla="*/ 0 h 2"/>
              <a:gd name="T38" fmla="*/ 0 w 2"/>
              <a:gd name="T39" fmla="*/ 0 h 2"/>
              <a:gd name="T40" fmla="*/ 0 w 2"/>
              <a:gd name="T41" fmla="*/ 0 h 2"/>
              <a:gd name="T42" fmla="*/ 0 w 2"/>
              <a:gd name="T43" fmla="*/ 0 h 2"/>
              <a:gd name="T44" fmla="*/ 0 w 2"/>
              <a:gd name="T45" fmla="*/ 0 h 2"/>
              <a:gd name="T46" fmla="*/ 0 w 2"/>
              <a:gd name="T47" fmla="*/ 0 h 2"/>
              <a:gd name="T48" fmla="*/ 0 w 2"/>
              <a:gd name="T49" fmla="*/ 2147483647 h 2"/>
              <a:gd name="T50" fmla="*/ 2147483647 w 2"/>
              <a:gd name="T51" fmla="*/ 2147483647 h 2"/>
              <a:gd name="T52" fmla="*/ 2147483647 w 2"/>
              <a:gd name="T53" fmla="*/ 0 h 2"/>
              <a:gd name="T54" fmla="*/ 2147483647 w 2"/>
              <a:gd name="T55" fmla="*/ 0 h 2"/>
              <a:gd name="T56" fmla="*/ 0 w 2"/>
              <a:gd name="T57" fmla="*/ 0 h 2"/>
              <a:gd name="T58" fmla="*/ 0 w 2"/>
              <a:gd name="T59" fmla="*/ 0 h 2"/>
              <a:gd name="T60" fmla="*/ 0 w 2"/>
              <a:gd name="T61" fmla="*/ 2147483647 h 2"/>
              <a:gd name="T62" fmla="*/ 0 w 2"/>
              <a:gd name="T63" fmla="*/ 2147483647 h 2"/>
              <a:gd name="T64" fmla="*/ 2147483647 w 2"/>
              <a:gd name="T65" fmla="*/ 2147483647 h 2"/>
              <a:gd name="T66" fmla="*/ 2147483647 w 2"/>
              <a:gd name="T67" fmla="*/ 2147483647 h 2"/>
              <a:gd name="T68" fmla="*/ 0 w 2"/>
              <a:gd name="T69" fmla="*/ 2147483647 h 2"/>
              <a:gd name="T70" fmla="*/ 0 w 2"/>
              <a:gd name="T71" fmla="*/ 2147483647 h 2"/>
              <a:gd name="T72" fmla="*/ 0 w 2"/>
              <a:gd name="T73" fmla="*/ 2147483647 h 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 h="2">
                <a:moveTo>
                  <a:pt x="0" y="2"/>
                </a:moveTo>
                <a:lnTo>
                  <a:pt x="0" y="2"/>
                </a:lnTo>
                <a:lnTo>
                  <a:pt x="2" y="2"/>
                </a:lnTo>
                <a:lnTo>
                  <a:pt x="2" y="0"/>
                </a:lnTo>
                <a:lnTo>
                  <a:pt x="0" y="0"/>
                </a:lnTo>
                <a:lnTo>
                  <a:pt x="2" y="0"/>
                </a:lnTo>
                <a:lnTo>
                  <a:pt x="0" y="0"/>
                </a:lnTo>
                <a:lnTo>
                  <a:pt x="0" y="2"/>
                </a:lnTo>
                <a:lnTo>
                  <a:pt x="0" y="0"/>
                </a:lnTo>
                <a:lnTo>
                  <a:pt x="0" y="2"/>
                </a:lnTo>
                <a:lnTo>
                  <a:pt x="2" y="2"/>
                </a:lnTo>
                <a:lnTo>
                  <a:pt x="2" y="0"/>
                </a:lnTo>
                <a:lnTo>
                  <a:pt x="0" y="0"/>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23" name="Rectangle 1335"/>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24" name="Rectangle 1336"/>
          <p:cNvSpPr>
            <a:spLocks noChangeArrowheads="1"/>
          </p:cNvSpPr>
          <p:nvPr/>
        </p:nvSpPr>
        <p:spPr bwMode="auto">
          <a:xfrm>
            <a:off x="632886"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25" name="Rectangle 1337"/>
          <p:cNvSpPr>
            <a:spLocks noChangeArrowheads="1"/>
          </p:cNvSpPr>
          <p:nvPr/>
        </p:nvSpPr>
        <p:spPr bwMode="auto">
          <a:xfrm>
            <a:off x="632886"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26" name="Rectangle 1340"/>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27" name="Rectangle 1341"/>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28" name="Rectangle 1342"/>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29" name="Rectangle 1343"/>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30" name="Rectangle 1344"/>
          <p:cNvSpPr>
            <a:spLocks noChangeArrowheads="1"/>
          </p:cNvSpPr>
          <p:nvPr/>
        </p:nvSpPr>
        <p:spPr bwMode="auto">
          <a:xfrm>
            <a:off x="620186" y="485778"/>
            <a:ext cx="2116"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170" name="ClipArt Placeholder 9"/>
          <p:cNvSpPr>
            <a:spLocks noGrp="1"/>
          </p:cNvSpPr>
          <p:nvPr>
            <p:ph type="clipArt" sz="quarter" idx="49"/>
          </p:nvPr>
        </p:nvSpPr>
        <p:spPr>
          <a:xfrm>
            <a:off x="455779" y="3721344"/>
            <a:ext cx="1942352" cy="2023969"/>
          </a:xfrm>
          <a:prstGeom prst="roundRect">
            <a:avLst/>
          </a:prstGeom>
          <a:ln w="19050" cmpd="sng">
            <a:solidFill>
              <a:schemeClr val="bg2"/>
            </a:solidFill>
          </a:ln>
        </p:spPr>
        <p:txBody>
          <a:bodyPr/>
          <a:lstStyle>
            <a:lvl1pPr>
              <a:defRPr>
                <a:solidFill>
                  <a:schemeClr val="tx2">
                    <a:lumMod val="65000"/>
                    <a:lumOff val="35000"/>
                  </a:schemeClr>
                </a:solidFill>
              </a:defRPr>
            </a:lvl1pPr>
          </a:lstStyle>
          <a:p>
            <a:pPr lvl="0"/>
            <a:r>
              <a:rPr lang="en-US" noProof="0" dirty="0"/>
              <a:t>Click icon to add clip art</a:t>
            </a:r>
          </a:p>
        </p:txBody>
      </p:sp>
      <p:sp>
        <p:nvSpPr>
          <p:cNvPr id="177" name="ClipArt Placeholder 9"/>
          <p:cNvSpPr>
            <a:spLocks noGrp="1"/>
          </p:cNvSpPr>
          <p:nvPr>
            <p:ph type="clipArt" sz="quarter" idx="56"/>
          </p:nvPr>
        </p:nvSpPr>
        <p:spPr>
          <a:xfrm>
            <a:off x="2790729" y="3721344"/>
            <a:ext cx="1942352" cy="2023969"/>
          </a:xfrm>
          <a:prstGeom prst="roundRect">
            <a:avLst/>
          </a:prstGeom>
          <a:ln w="19050" cmpd="sng">
            <a:solidFill>
              <a:schemeClr val="bg2"/>
            </a:solidFill>
          </a:ln>
        </p:spPr>
        <p:txBody>
          <a:bodyPr/>
          <a:lstStyle>
            <a:lvl1pPr>
              <a:defRPr>
                <a:solidFill>
                  <a:schemeClr val="tx2">
                    <a:lumMod val="65000"/>
                    <a:lumOff val="35000"/>
                  </a:schemeClr>
                </a:solidFill>
              </a:defRPr>
            </a:lvl1pPr>
          </a:lstStyle>
          <a:p>
            <a:pPr lvl="0"/>
            <a:r>
              <a:rPr lang="en-US" noProof="0" dirty="0"/>
              <a:t>Click icon to add clip art</a:t>
            </a:r>
          </a:p>
        </p:txBody>
      </p:sp>
      <p:sp>
        <p:nvSpPr>
          <p:cNvPr id="184" name="ClipArt Placeholder 9"/>
          <p:cNvSpPr>
            <a:spLocks noGrp="1"/>
          </p:cNvSpPr>
          <p:nvPr>
            <p:ph type="clipArt" sz="quarter" idx="63"/>
          </p:nvPr>
        </p:nvSpPr>
        <p:spPr>
          <a:xfrm>
            <a:off x="5125679" y="3721344"/>
            <a:ext cx="1942352" cy="2023969"/>
          </a:xfrm>
          <a:prstGeom prst="roundRect">
            <a:avLst/>
          </a:prstGeom>
          <a:ln w="19050" cmpd="sng">
            <a:solidFill>
              <a:schemeClr val="bg2"/>
            </a:solidFill>
          </a:ln>
        </p:spPr>
        <p:txBody>
          <a:bodyPr/>
          <a:lstStyle>
            <a:lvl1pPr>
              <a:defRPr>
                <a:solidFill>
                  <a:schemeClr val="tx2">
                    <a:lumMod val="65000"/>
                    <a:lumOff val="35000"/>
                  </a:schemeClr>
                </a:solidFill>
              </a:defRPr>
            </a:lvl1pPr>
          </a:lstStyle>
          <a:p>
            <a:pPr lvl="0"/>
            <a:r>
              <a:rPr lang="en-US" noProof="0" dirty="0"/>
              <a:t>Click icon to add clip art</a:t>
            </a:r>
          </a:p>
        </p:txBody>
      </p:sp>
      <p:sp>
        <p:nvSpPr>
          <p:cNvPr id="191" name="ClipArt Placeholder 9"/>
          <p:cNvSpPr>
            <a:spLocks noGrp="1"/>
          </p:cNvSpPr>
          <p:nvPr>
            <p:ph type="clipArt" sz="quarter" idx="70"/>
          </p:nvPr>
        </p:nvSpPr>
        <p:spPr>
          <a:xfrm>
            <a:off x="7460628" y="3721344"/>
            <a:ext cx="1942352" cy="2023969"/>
          </a:xfrm>
          <a:prstGeom prst="roundRect">
            <a:avLst/>
          </a:prstGeom>
          <a:ln w="19050" cmpd="sng">
            <a:solidFill>
              <a:schemeClr val="bg2"/>
            </a:solidFill>
          </a:ln>
        </p:spPr>
        <p:txBody>
          <a:bodyPr/>
          <a:lstStyle>
            <a:lvl1pPr>
              <a:defRPr>
                <a:solidFill>
                  <a:schemeClr val="tx2">
                    <a:lumMod val="65000"/>
                    <a:lumOff val="35000"/>
                  </a:schemeClr>
                </a:solidFill>
              </a:defRPr>
            </a:lvl1pPr>
          </a:lstStyle>
          <a:p>
            <a:pPr lvl="0"/>
            <a:r>
              <a:rPr lang="en-US" noProof="0" dirty="0"/>
              <a:t>Click icon to add clip art</a:t>
            </a:r>
          </a:p>
        </p:txBody>
      </p:sp>
      <p:sp>
        <p:nvSpPr>
          <p:cNvPr id="198" name="ClipArt Placeholder 9"/>
          <p:cNvSpPr>
            <a:spLocks noGrp="1"/>
          </p:cNvSpPr>
          <p:nvPr>
            <p:ph type="clipArt" sz="quarter" idx="77"/>
          </p:nvPr>
        </p:nvSpPr>
        <p:spPr>
          <a:xfrm>
            <a:off x="9795579" y="3721344"/>
            <a:ext cx="1942352" cy="2023969"/>
          </a:xfrm>
          <a:prstGeom prst="roundRect">
            <a:avLst/>
          </a:prstGeom>
          <a:ln w="19050" cmpd="sng">
            <a:solidFill>
              <a:schemeClr val="bg2"/>
            </a:solidFill>
          </a:ln>
        </p:spPr>
        <p:txBody>
          <a:bodyPr/>
          <a:lstStyle>
            <a:lvl1pPr>
              <a:defRPr>
                <a:solidFill>
                  <a:schemeClr val="tx2">
                    <a:lumMod val="65000"/>
                    <a:lumOff val="35000"/>
                  </a:schemeClr>
                </a:solidFill>
              </a:defRPr>
            </a:lvl1pPr>
          </a:lstStyle>
          <a:p>
            <a:pPr lvl="0"/>
            <a:r>
              <a:rPr lang="en-US" noProof="0" dirty="0"/>
              <a:t>Click icon to add clip art</a:t>
            </a:r>
          </a:p>
        </p:txBody>
      </p:sp>
      <p:sp>
        <p:nvSpPr>
          <p:cNvPr id="324" name="Title 323"/>
          <p:cNvSpPr>
            <a:spLocks noGrp="1"/>
          </p:cNvSpPr>
          <p:nvPr>
            <p:ph type="title"/>
          </p:nvPr>
        </p:nvSpPr>
        <p:spPr>
          <a:xfrm>
            <a:off x="457868" y="301628"/>
            <a:ext cx="11252869" cy="668193"/>
          </a:xfrm>
        </p:spPr>
        <p:txBody>
          <a:bodyPr/>
          <a:lstStyle>
            <a:lvl1pPr>
              <a:defRPr b="0" i="0">
                <a:solidFill>
                  <a:schemeClr val="bg2"/>
                </a:solidFill>
                <a:latin typeface="+mn-lt"/>
                <a:cs typeface="Andes ExtraLight"/>
              </a:defRPr>
            </a:lvl1pPr>
          </a:lstStyle>
          <a:p>
            <a:r>
              <a:rPr lang="en-US"/>
              <a:t>Click to edit Master title style</a:t>
            </a:r>
            <a:endParaRPr lang="en-US" dirty="0"/>
          </a:p>
        </p:txBody>
      </p:sp>
      <p:sp>
        <p:nvSpPr>
          <p:cNvPr id="171" name="Text Placeholder 2"/>
          <p:cNvSpPr>
            <a:spLocks noGrp="1"/>
          </p:cNvSpPr>
          <p:nvPr>
            <p:ph type="body" sz="quarter" idx="50"/>
          </p:nvPr>
        </p:nvSpPr>
        <p:spPr>
          <a:xfrm>
            <a:off x="804655" y="3775118"/>
            <a:ext cx="1244600" cy="224584"/>
          </a:xfrm>
        </p:spPr>
        <p:txBody>
          <a:bodyPr>
            <a:normAutofit/>
          </a:bodyPr>
          <a:lstStyle>
            <a:lvl1pPr algn="ctr">
              <a:lnSpc>
                <a:spcPct val="100000"/>
              </a:lnSpc>
              <a:spcBef>
                <a:spcPts val="0"/>
              </a:spcBef>
              <a:defRPr sz="1200" b="1">
                <a:solidFill>
                  <a:schemeClr val="tx2">
                    <a:lumMod val="65000"/>
                    <a:lumOff val="35000"/>
                  </a:schemeClr>
                </a:solidFill>
              </a:defRPr>
            </a:lvl1pPr>
          </a:lstStyle>
          <a:p>
            <a:pPr lvl="0"/>
            <a:r>
              <a:rPr lang="en-US"/>
              <a:t>Click to edit Master text styles</a:t>
            </a:r>
          </a:p>
        </p:txBody>
      </p:sp>
      <p:sp>
        <p:nvSpPr>
          <p:cNvPr id="172" name="Picture Placeholder 4"/>
          <p:cNvSpPr>
            <a:spLocks noGrp="1"/>
          </p:cNvSpPr>
          <p:nvPr>
            <p:ph type="pic" sz="quarter" idx="51"/>
          </p:nvPr>
        </p:nvSpPr>
        <p:spPr>
          <a:xfrm>
            <a:off x="635321" y="4049123"/>
            <a:ext cx="1583267" cy="492125"/>
          </a:xfrm>
        </p:spPr>
        <p:txBody>
          <a:bodyPr/>
          <a:lstStyle>
            <a:lvl1pPr algn="ctr">
              <a:defRPr sz="1100">
                <a:solidFill>
                  <a:schemeClr val="tx2">
                    <a:lumMod val="65000"/>
                    <a:lumOff val="35000"/>
                  </a:schemeClr>
                </a:solidFill>
              </a:defRPr>
            </a:lvl1pPr>
          </a:lstStyle>
          <a:p>
            <a:pPr lvl="0"/>
            <a:r>
              <a:rPr lang="en-US" noProof="0" dirty="0"/>
              <a:t>Drag picture to placeholder or click icon to add</a:t>
            </a:r>
          </a:p>
        </p:txBody>
      </p:sp>
      <p:sp>
        <p:nvSpPr>
          <p:cNvPr id="173" name="Text Placeholder 2"/>
          <p:cNvSpPr>
            <a:spLocks noGrp="1"/>
          </p:cNvSpPr>
          <p:nvPr>
            <p:ph type="body" sz="quarter" idx="52"/>
          </p:nvPr>
        </p:nvSpPr>
        <p:spPr>
          <a:xfrm>
            <a:off x="620134" y="4599734"/>
            <a:ext cx="1613647" cy="224584"/>
          </a:xfrm>
        </p:spPr>
        <p:txBody>
          <a:bodyPr anchor="ctr">
            <a:normAutofit/>
          </a:bodyPr>
          <a:lstStyle>
            <a:lvl1pPr algn="ctr">
              <a:lnSpc>
                <a:spcPct val="100000"/>
              </a:lnSpc>
              <a:spcBef>
                <a:spcPts val="0"/>
              </a:spcBef>
              <a:defRPr sz="1000" b="1">
                <a:solidFill>
                  <a:schemeClr val="tx2">
                    <a:lumMod val="65000"/>
                    <a:lumOff val="35000"/>
                  </a:schemeClr>
                </a:solidFill>
              </a:defRPr>
            </a:lvl1pPr>
          </a:lstStyle>
          <a:p>
            <a:pPr lvl="0"/>
            <a:r>
              <a:rPr lang="en-US"/>
              <a:t>Click to edit Master text styles</a:t>
            </a:r>
          </a:p>
        </p:txBody>
      </p:sp>
      <p:sp>
        <p:nvSpPr>
          <p:cNvPr id="174" name="Text Placeholder 2"/>
          <p:cNvSpPr>
            <a:spLocks noGrp="1"/>
          </p:cNvSpPr>
          <p:nvPr>
            <p:ph type="body" sz="quarter" idx="53"/>
          </p:nvPr>
        </p:nvSpPr>
        <p:spPr>
          <a:xfrm>
            <a:off x="620134" y="4873736"/>
            <a:ext cx="1613647" cy="224584"/>
          </a:xfrm>
        </p:spPr>
        <p:txBody>
          <a:bodyPr anchor="ctr">
            <a:normAutofit/>
          </a:bodyPr>
          <a:lstStyle>
            <a:lvl1pPr algn="ctr">
              <a:lnSpc>
                <a:spcPct val="100000"/>
              </a:lnSpc>
              <a:spcBef>
                <a:spcPts val="0"/>
              </a:spcBef>
              <a:defRPr sz="900" b="1">
                <a:solidFill>
                  <a:schemeClr val="tx2">
                    <a:lumMod val="65000"/>
                    <a:lumOff val="35000"/>
                  </a:schemeClr>
                </a:solidFill>
              </a:defRPr>
            </a:lvl1pPr>
          </a:lstStyle>
          <a:p>
            <a:pPr lvl="0"/>
            <a:r>
              <a:rPr lang="en-US"/>
              <a:t>Click to edit Master text styles</a:t>
            </a:r>
          </a:p>
        </p:txBody>
      </p:sp>
      <p:sp>
        <p:nvSpPr>
          <p:cNvPr id="175" name="Text Placeholder 2"/>
          <p:cNvSpPr>
            <a:spLocks noGrp="1"/>
          </p:cNvSpPr>
          <p:nvPr>
            <p:ph type="body" sz="quarter" idx="54"/>
          </p:nvPr>
        </p:nvSpPr>
        <p:spPr>
          <a:xfrm>
            <a:off x="620134" y="5147738"/>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176" name="Text Placeholder 2"/>
          <p:cNvSpPr>
            <a:spLocks noGrp="1"/>
          </p:cNvSpPr>
          <p:nvPr>
            <p:ph type="body" sz="quarter" idx="55"/>
          </p:nvPr>
        </p:nvSpPr>
        <p:spPr>
          <a:xfrm>
            <a:off x="620134" y="5412670"/>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178" name="Text Placeholder 2"/>
          <p:cNvSpPr>
            <a:spLocks noGrp="1"/>
          </p:cNvSpPr>
          <p:nvPr>
            <p:ph type="body" sz="quarter" idx="57"/>
          </p:nvPr>
        </p:nvSpPr>
        <p:spPr>
          <a:xfrm>
            <a:off x="3095344" y="3775118"/>
            <a:ext cx="1244600" cy="224584"/>
          </a:xfrm>
        </p:spPr>
        <p:txBody>
          <a:bodyPr>
            <a:normAutofit/>
          </a:bodyPr>
          <a:lstStyle>
            <a:lvl1pPr algn="ctr">
              <a:lnSpc>
                <a:spcPct val="100000"/>
              </a:lnSpc>
              <a:spcBef>
                <a:spcPts val="0"/>
              </a:spcBef>
              <a:defRPr sz="1200" b="1">
                <a:solidFill>
                  <a:schemeClr val="tx2">
                    <a:lumMod val="65000"/>
                    <a:lumOff val="35000"/>
                  </a:schemeClr>
                </a:solidFill>
              </a:defRPr>
            </a:lvl1pPr>
          </a:lstStyle>
          <a:p>
            <a:pPr lvl="0"/>
            <a:r>
              <a:rPr lang="en-US"/>
              <a:t>Click to edit Master text styles</a:t>
            </a:r>
          </a:p>
        </p:txBody>
      </p:sp>
      <p:sp>
        <p:nvSpPr>
          <p:cNvPr id="179" name="Picture Placeholder 4"/>
          <p:cNvSpPr>
            <a:spLocks noGrp="1"/>
          </p:cNvSpPr>
          <p:nvPr>
            <p:ph type="pic" sz="quarter" idx="58"/>
          </p:nvPr>
        </p:nvSpPr>
        <p:spPr>
          <a:xfrm>
            <a:off x="2926010" y="4049123"/>
            <a:ext cx="1583267" cy="492125"/>
          </a:xfrm>
        </p:spPr>
        <p:txBody>
          <a:bodyPr/>
          <a:lstStyle>
            <a:lvl1pPr algn="ctr">
              <a:defRPr sz="1100">
                <a:solidFill>
                  <a:schemeClr val="tx2">
                    <a:lumMod val="65000"/>
                    <a:lumOff val="35000"/>
                  </a:schemeClr>
                </a:solidFill>
              </a:defRPr>
            </a:lvl1pPr>
          </a:lstStyle>
          <a:p>
            <a:pPr lvl="0"/>
            <a:r>
              <a:rPr lang="en-US" noProof="0" dirty="0"/>
              <a:t>Drag picture to placeholder or click icon to add</a:t>
            </a:r>
          </a:p>
        </p:txBody>
      </p:sp>
      <p:sp>
        <p:nvSpPr>
          <p:cNvPr id="180" name="Text Placeholder 2"/>
          <p:cNvSpPr>
            <a:spLocks noGrp="1"/>
          </p:cNvSpPr>
          <p:nvPr>
            <p:ph type="body" sz="quarter" idx="59"/>
          </p:nvPr>
        </p:nvSpPr>
        <p:spPr>
          <a:xfrm>
            <a:off x="2910823" y="4599734"/>
            <a:ext cx="1613647" cy="224584"/>
          </a:xfrm>
        </p:spPr>
        <p:txBody>
          <a:bodyPr anchor="ctr">
            <a:normAutofit/>
          </a:bodyPr>
          <a:lstStyle>
            <a:lvl1pPr algn="ctr">
              <a:lnSpc>
                <a:spcPct val="100000"/>
              </a:lnSpc>
              <a:spcBef>
                <a:spcPts val="0"/>
              </a:spcBef>
              <a:defRPr sz="1000" b="1">
                <a:solidFill>
                  <a:schemeClr val="tx2">
                    <a:lumMod val="65000"/>
                    <a:lumOff val="35000"/>
                  </a:schemeClr>
                </a:solidFill>
              </a:defRPr>
            </a:lvl1pPr>
          </a:lstStyle>
          <a:p>
            <a:pPr lvl="0"/>
            <a:r>
              <a:rPr lang="en-US"/>
              <a:t>Click to edit Master text styles</a:t>
            </a:r>
          </a:p>
        </p:txBody>
      </p:sp>
      <p:sp>
        <p:nvSpPr>
          <p:cNvPr id="181" name="Text Placeholder 2"/>
          <p:cNvSpPr>
            <a:spLocks noGrp="1"/>
          </p:cNvSpPr>
          <p:nvPr>
            <p:ph type="body" sz="quarter" idx="60"/>
          </p:nvPr>
        </p:nvSpPr>
        <p:spPr>
          <a:xfrm>
            <a:off x="2910823" y="4873736"/>
            <a:ext cx="1613647" cy="224584"/>
          </a:xfrm>
        </p:spPr>
        <p:txBody>
          <a:bodyPr anchor="ctr">
            <a:normAutofit/>
          </a:bodyPr>
          <a:lstStyle>
            <a:lvl1pPr algn="ctr">
              <a:lnSpc>
                <a:spcPct val="100000"/>
              </a:lnSpc>
              <a:spcBef>
                <a:spcPts val="0"/>
              </a:spcBef>
              <a:defRPr sz="900" b="1">
                <a:solidFill>
                  <a:schemeClr val="tx2">
                    <a:lumMod val="65000"/>
                    <a:lumOff val="35000"/>
                  </a:schemeClr>
                </a:solidFill>
              </a:defRPr>
            </a:lvl1pPr>
          </a:lstStyle>
          <a:p>
            <a:pPr lvl="0"/>
            <a:r>
              <a:rPr lang="en-US"/>
              <a:t>Click to edit Master text styles</a:t>
            </a:r>
          </a:p>
        </p:txBody>
      </p:sp>
      <p:sp>
        <p:nvSpPr>
          <p:cNvPr id="182" name="Text Placeholder 2"/>
          <p:cNvSpPr>
            <a:spLocks noGrp="1"/>
          </p:cNvSpPr>
          <p:nvPr>
            <p:ph type="body" sz="quarter" idx="61"/>
          </p:nvPr>
        </p:nvSpPr>
        <p:spPr>
          <a:xfrm>
            <a:off x="2910823" y="5147738"/>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183" name="Text Placeholder 2"/>
          <p:cNvSpPr>
            <a:spLocks noGrp="1"/>
          </p:cNvSpPr>
          <p:nvPr>
            <p:ph type="body" sz="quarter" idx="62"/>
          </p:nvPr>
        </p:nvSpPr>
        <p:spPr>
          <a:xfrm>
            <a:off x="2910823" y="5412670"/>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185" name="Text Placeholder 2"/>
          <p:cNvSpPr>
            <a:spLocks noGrp="1"/>
          </p:cNvSpPr>
          <p:nvPr>
            <p:ph type="body" sz="quarter" idx="64"/>
          </p:nvPr>
        </p:nvSpPr>
        <p:spPr>
          <a:xfrm>
            <a:off x="5468585" y="3775118"/>
            <a:ext cx="1244600" cy="224584"/>
          </a:xfrm>
        </p:spPr>
        <p:txBody>
          <a:bodyPr>
            <a:normAutofit/>
          </a:bodyPr>
          <a:lstStyle>
            <a:lvl1pPr algn="ctr">
              <a:lnSpc>
                <a:spcPct val="100000"/>
              </a:lnSpc>
              <a:spcBef>
                <a:spcPts val="0"/>
              </a:spcBef>
              <a:defRPr sz="1200" b="1">
                <a:solidFill>
                  <a:schemeClr val="tx2">
                    <a:lumMod val="65000"/>
                    <a:lumOff val="35000"/>
                  </a:schemeClr>
                </a:solidFill>
              </a:defRPr>
            </a:lvl1pPr>
          </a:lstStyle>
          <a:p>
            <a:pPr lvl="0"/>
            <a:r>
              <a:rPr lang="en-US"/>
              <a:t>Click to edit Master text styles</a:t>
            </a:r>
          </a:p>
        </p:txBody>
      </p:sp>
      <p:sp>
        <p:nvSpPr>
          <p:cNvPr id="186" name="Picture Placeholder 4"/>
          <p:cNvSpPr>
            <a:spLocks noGrp="1"/>
          </p:cNvSpPr>
          <p:nvPr>
            <p:ph type="pic" sz="quarter" idx="65"/>
          </p:nvPr>
        </p:nvSpPr>
        <p:spPr>
          <a:xfrm>
            <a:off x="5299253" y="4049123"/>
            <a:ext cx="1583267" cy="492125"/>
          </a:xfrm>
        </p:spPr>
        <p:txBody>
          <a:bodyPr/>
          <a:lstStyle>
            <a:lvl1pPr algn="ctr">
              <a:defRPr sz="1100">
                <a:solidFill>
                  <a:schemeClr val="tx2">
                    <a:lumMod val="65000"/>
                    <a:lumOff val="35000"/>
                  </a:schemeClr>
                </a:solidFill>
              </a:defRPr>
            </a:lvl1pPr>
          </a:lstStyle>
          <a:p>
            <a:pPr lvl="0"/>
            <a:r>
              <a:rPr lang="en-US" noProof="0" dirty="0"/>
              <a:t>Drag picture to placeholder or click icon to add</a:t>
            </a:r>
          </a:p>
        </p:txBody>
      </p:sp>
      <p:sp>
        <p:nvSpPr>
          <p:cNvPr id="187" name="Text Placeholder 2"/>
          <p:cNvSpPr>
            <a:spLocks noGrp="1"/>
          </p:cNvSpPr>
          <p:nvPr>
            <p:ph type="body" sz="quarter" idx="66"/>
          </p:nvPr>
        </p:nvSpPr>
        <p:spPr>
          <a:xfrm>
            <a:off x="5284065" y="4599734"/>
            <a:ext cx="1613647" cy="224584"/>
          </a:xfrm>
        </p:spPr>
        <p:txBody>
          <a:bodyPr anchor="ctr">
            <a:normAutofit/>
          </a:bodyPr>
          <a:lstStyle>
            <a:lvl1pPr algn="ctr">
              <a:lnSpc>
                <a:spcPct val="100000"/>
              </a:lnSpc>
              <a:spcBef>
                <a:spcPts val="0"/>
              </a:spcBef>
              <a:defRPr sz="1000" b="1">
                <a:solidFill>
                  <a:schemeClr val="tx2">
                    <a:lumMod val="65000"/>
                    <a:lumOff val="35000"/>
                  </a:schemeClr>
                </a:solidFill>
              </a:defRPr>
            </a:lvl1pPr>
          </a:lstStyle>
          <a:p>
            <a:pPr lvl="0"/>
            <a:r>
              <a:rPr lang="en-US"/>
              <a:t>Click to edit Master text styles</a:t>
            </a:r>
          </a:p>
        </p:txBody>
      </p:sp>
      <p:sp>
        <p:nvSpPr>
          <p:cNvPr id="188" name="Text Placeholder 2"/>
          <p:cNvSpPr>
            <a:spLocks noGrp="1"/>
          </p:cNvSpPr>
          <p:nvPr>
            <p:ph type="body" sz="quarter" idx="67"/>
          </p:nvPr>
        </p:nvSpPr>
        <p:spPr>
          <a:xfrm>
            <a:off x="5284065" y="4873736"/>
            <a:ext cx="1613647" cy="224584"/>
          </a:xfrm>
        </p:spPr>
        <p:txBody>
          <a:bodyPr anchor="ctr">
            <a:normAutofit/>
          </a:bodyPr>
          <a:lstStyle>
            <a:lvl1pPr algn="ctr">
              <a:lnSpc>
                <a:spcPct val="100000"/>
              </a:lnSpc>
              <a:spcBef>
                <a:spcPts val="0"/>
              </a:spcBef>
              <a:defRPr sz="900" b="1">
                <a:solidFill>
                  <a:schemeClr val="tx2">
                    <a:lumMod val="65000"/>
                    <a:lumOff val="35000"/>
                  </a:schemeClr>
                </a:solidFill>
              </a:defRPr>
            </a:lvl1pPr>
          </a:lstStyle>
          <a:p>
            <a:pPr lvl="0"/>
            <a:r>
              <a:rPr lang="en-US"/>
              <a:t>Click to edit Master text styles</a:t>
            </a:r>
          </a:p>
        </p:txBody>
      </p:sp>
      <p:sp>
        <p:nvSpPr>
          <p:cNvPr id="189" name="Text Placeholder 2"/>
          <p:cNvSpPr>
            <a:spLocks noGrp="1"/>
          </p:cNvSpPr>
          <p:nvPr>
            <p:ph type="body" sz="quarter" idx="68"/>
          </p:nvPr>
        </p:nvSpPr>
        <p:spPr>
          <a:xfrm>
            <a:off x="5284065" y="5147738"/>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190" name="Text Placeholder 2"/>
          <p:cNvSpPr>
            <a:spLocks noGrp="1"/>
          </p:cNvSpPr>
          <p:nvPr>
            <p:ph type="body" sz="quarter" idx="69"/>
          </p:nvPr>
        </p:nvSpPr>
        <p:spPr>
          <a:xfrm>
            <a:off x="5284065" y="5412670"/>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192" name="Text Placeholder 2"/>
          <p:cNvSpPr>
            <a:spLocks noGrp="1"/>
          </p:cNvSpPr>
          <p:nvPr>
            <p:ph type="body" sz="quarter" idx="71"/>
          </p:nvPr>
        </p:nvSpPr>
        <p:spPr>
          <a:xfrm>
            <a:off x="7817477" y="3775118"/>
            <a:ext cx="1244600" cy="224584"/>
          </a:xfrm>
        </p:spPr>
        <p:txBody>
          <a:bodyPr>
            <a:normAutofit/>
          </a:bodyPr>
          <a:lstStyle>
            <a:lvl1pPr algn="ctr">
              <a:lnSpc>
                <a:spcPct val="100000"/>
              </a:lnSpc>
              <a:spcBef>
                <a:spcPts val="0"/>
              </a:spcBef>
              <a:defRPr sz="1200" b="1">
                <a:solidFill>
                  <a:schemeClr val="tx2">
                    <a:lumMod val="65000"/>
                    <a:lumOff val="35000"/>
                  </a:schemeClr>
                </a:solidFill>
              </a:defRPr>
            </a:lvl1pPr>
          </a:lstStyle>
          <a:p>
            <a:pPr lvl="0"/>
            <a:r>
              <a:rPr lang="en-US"/>
              <a:t>Click to edit Master text styles</a:t>
            </a:r>
          </a:p>
        </p:txBody>
      </p:sp>
      <p:sp>
        <p:nvSpPr>
          <p:cNvPr id="193" name="Picture Placeholder 4"/>
          <p:cNvSpPr>
            <a:spLocks noGrp="1"/>
          </p:cNvSpPr>
          <p:nvPr>
            <p:ph type="pic" sz="quarter" idx="72"/>
          </p:nvPr>
        </p:nvSpPr>
        <p:spPr>
          <a:xfrm>
            <a:off x="7648145" y="4049123"/>
            <a:ext cx="1583267" cy="492125"/>
          </a:xfrm>
        </p:spPr>
        <p:txBody>
          <a:bodyPr/>
          <a:lstStyle>
            <a:lvl1pPr algn="ctr">
              <a:defRPr sz="1100">
                <a:solidFill>
                  <a:schemeClr val="tx2">
                    <a:lumMod val="65000"/>
                    <a:lumOff val="35000"/>
                  </a:schemeClr>
                </a:solidFill>
              </a:defRPr>
            </a:lvl1pPr>
          </a:lstStyle>
          <a:p>
            <a:pPr lvl="0"/>
            <a:r>
              <a:rPr lang="en-US" noProof="0" dirty="0"/>
              <a:t>Drag picture to placeholder or click icon to add</a:t>
            </a:r>
          </a:p>
        </p:txBody>
      </p:sp>
      <p:sp>
        <p:nvSpPr>
          <p:cNvPr id="194" name="Text Placeholder 2"/>
          <p:cNvSpPr>
            <a:spLocks noGrp="1"/>
          </p:cNvSpPr>
          <p:nvPr>
            <p:ph type="body" sz="quarter" idx="73"/>
          </p:nvPr>
        </p:nvSpPr>
        <p:spPr>
          <a:xfrm>
            <a:off x="7632957" y="4599734"/>
            <a:ext cx="1613647" cy="224584"/>
          </a:xfrm>
        </p:spPr>
        <p:txBody>
          <a:bodyPr anchor="ctr">
            <a:normAutofit/>
          </a:bodyPr>
          <a:lstStyle>
            <a:lvl1pPr algn="ctr">
              <a:lnSpc>
                <a:spcPct val="100000"/>
              </a:lnSpc>
              <a:spcBef>
                <a:spcPts val="0"/>
              </a:spcBef>
              <a:defRPr sz="1000" b="1">
                <a:solidFill>
                  <a:schemeClr val="tx2">
                    <a:lumMod val="65000"/>
                    <a:lumOff val="35000"/>
                  </a:schemeClr>
                </a:solidFill>
              </a:defRPr>
            </a:lvl1pPr>
          </a:lstStyle>
          <a:p>
            <a:pPr lvl="0"/>
            <a:r>
              <a:rPr lang="en-US"/>
              <a:t>Click to edit Master text styles</a:t>
            </a:r>
          </a:p>
        </p:txBody>
      </p:sp>
      <p:sp>
        <p:nvSpPr>
          <p:cNvPr id="195" name="Text Placeholder 2"/>
          <p:cNvSpPr>
            <a:spLocks noGrp="1"/>
          </p:cNvSpPr>
          <p:nvPr>
            <p:ph type="body" sz="quarter" idx="74"/>
          </p:nvPr>
        </p:nvSpPr>
        <p:spPr>
          <a:xfrm>
            <a:off x="7632957" y="4873736"/>
            <a:ext cx="1613647" cy="224584"/>
          </a:xfrm>
        </p:spPr>
        <p:txBody>
          <a:bodyPr anchor="ctr">
            <a:normAutofit/>
          </a:bodyPr>
          <a:lstStyle>
            <a:lvl1pPr algn="ctr">
              <a:lnSpc>
                <a:spcPct val="100000"/>
              </a:lnSpc>
              <a:spcBef>
                <a:spcPts val="0"/>
              </a:spcBef>
              <a:defRPr sz="900" b="1">
                <a:solidFill>
                  <a:schemeClr val="tx2">
                    <a:lumMod val="65000"/>
                    <a:lumOff val="35000"/>
                  </a:schemeClr>
                </a:solidFill>
              </a:defRPr>
            </a:lvl1pPr>
          </a:lstStyle>
          <a:p>
            <a:pPr lvl="0"/>
            <a:r>
              <a:rPr lang="en-US"/>
              <a:t>Click to edit Master text styles</a:t>
            </a:r>
          </a:p>
        </p:txBody>
      </p:sp>
      <p:sp>
        <p:nvSpPr>
          <p:cNvPr id="196" name="Text Placeholder 2"/>
          <p:cNvSpPr>
            <a:spLocks noGrp="1"/>
          </p:cNvSpPr>
          <p:nvPr>
            <p:ph type="body" sz="quarter" idx="75"/>
          </p:nvPr>
        </p:nvSpPr>
        <p:spPr>
          <a:xfrm>
            <a:off x="7632957" y="5147738"/>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197" name="Text Placeholder 2"/>
          <p:cNvSpPr>
            <a:spLocks noGrp="1"/>
          </p:cNvSpPr>
          <p:nvPr>
            <p:ph type="body" sz="quarter" idx="76"/>
          </p:nvPr>
        </p:nvSpPr>
        <p:spPr>
          <a:xfrm>
            <a:off x="7632957" y="5412670"/>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199" name="Text Placeholder 2"/>
          <p:cNvSpPr>
            <a:spLocks noGrp="1"/>
          </p:cNvSpPr>
          <p:nvPr>
            <p:ph type="body" sz="quarter" idx="78"/>
          </p:nvPr>
        </p:nvSpPr>
        <p:spPr>
          <a:xfrm>
            <a:off x="10181948" y="3775118"/>
            <a:ext cx="1244600" cy="224584"/>
          </a:xfrm>
        </p:spPr>
        <p:txBody>
          <a:bodyPr>
            <a:normAutofit/>
          </a:bodyPr>
          <a:lstStyle>
            <a:lvl1pPr algn="ctr">
              <a:lnSpc>
                <a:spcPct val="100000"/>
              </a:lnSpc>
              <a:spcBef>
                <a:spcPts val="0"/>
              </a:spcBef>
              <a:defRPr sz="1200" b="1">
                <a:solidFill>
                  <a:schemeClr val="tx2">
                    <a:lumMod val="65000"/>
                    <a:lumOff val="35000"/>
                  </a:schemeClr>
                </a:solidFill>
              </a:defRPr>
            </a:lvl1pPr>
          </a:lstStyle>
          <a:p>
            <a:pPr lvl="0"/>
            <a:r>
              <a:rPr lang="en-US"/>
              <a:t>Click to edit Master text styles</a:t>
            </a:r>
          </a:p>
        </p:txBody>
      </p:sp>
      <p:sp>
        <p:nvSpPr>
          <p:cNvPr id="200" name="Picture Placeholder 4"/>
          <p:cNvSpPr>
            <a:spLocks noGrp="1"/>
          </p:cNvSpPr>
          <p:nvPr>
            <p:ph type="pic" sz="quarter" idx="79"/>
          </p:nvPr>
        </p:nvSpPr>
        <p:spPr>
          <a:xfrm>
            <a:off x="10012616" y="4049123"/>
            <a:ext cx="1583267" cy="492125"/>
          </a:xfrm>
        </p:spPr>
        <p:txBody>
          <a:bodyPr/>
          <a:lstStyle>
            <a:lvl1pPr algn="ctr">
              <a:defRPr sz="1100">
                <a:solidFill>
                  <a:schemeClr val="tx2">
                    <a:lumMod val="65000"/>
                    <a:lumOff val="35000"/>
                  </a:schemeClr>
                </a:solidFill>
              </a:defRPr>
            </a:lvl1pPr>
          </a:lstStyle>
          <a:p>
            <a:pPr lvl="0"/>
            <a:r>
              <a:rPr lang="en-US" noProof="0" dirty="0"/>
              <a:t>Drag picture to placeholder or click icon to add</a:t>
            </a:r>
          </a:p>
        </p:txBody>
      </p:sp>
      <p:sp>
        <p:nvSpPr>
          <p:cNvPr id="201" name="Text Placeholder 2"/>
          <p:cNvSpPr>
            <a:spLocks noGrp="1"/>
          </p:cNvSpPr>
          <p:nvPr>
            <p:ph type="body" sz="quarter" idx="80"/>
          </p:nvPr>
        </p:nvSpPr>
        <p:spPr>
          <a:xfrm>
            <a:off x="9997427" y="4599734"/>
            <a:ext cx="1613647" cy="224584"/>
          </a:xfrm>
        </p:spPr>
        <p:txBody>
          <a:bodyPr anchor="ctr">
            <a:normAutofit/>
          </a:bodyPr>
          <a:lstStyle>
            <a:lvl1pPr algn="ctr">
              <a:lnSpc>
                <a:spcPct val="100000"/>
              </a:lnSpc>
              <a:spcBef>
                <a:spcPts val="0"/>
              </a:spcBef>
              <a:defRPr sz="1000" b="1">
                <a:solidFill>
                  <a:schemeClr val="tx2">
                    <a:lumMod val="65000"/>
                    <a:lumOff val="35000"/>
                  </a:schemeClr>
                </a:solidFill>
              </a:defRPr>
            </a:lvl1pPr>
          </a:lstStyle>
          <a:p>
            <a:pPr lvl="0"/>
            <a:r>
              <a:rPr lang="en-US"/>
              <a:t>Click to edit Master text styles</a:t>
            </a:r>
          </a:p>
        </p:txBody>
      </p:sp>
      <p:sp>
        <p:nvSpPr>
          <p:cNvPr id="202" name="Text Placeholder 2"/>
          <p:cNvSpPr>
            <a:spLocks noGrp="1"/>
          </p:cNvSpPr>
          <p:nvPr>
            <p:ph type="body" sz="quarter" idx="81"/>
          </p:nvPr>
        </p:nvSpPr>
        <p:spPr>
          <a:xfrm>
            <a:off x="9997427" y="4873736"/>
            <a:ext cx="1613647" cy="224584"/>
          </a:xfrm>
        </p:spPr>
        <p:txBody>
          <a:bodyPr anchor="ctr">
            <a:normAutofit/>
          </a:bodyPr>
          <a:lstStyle>
            <a:lvl1pPr algn="ctr">
              <a:lnSpc>
                <a:spcPct val="100000"/>
              </a:lnSpc>
              <a:spcBef>
                <a:spcPts val="0"/>
              </a:spcBef>
              <a:defRPr sz="900" b="1">
                <a:solidFill>
                  <a:schemeClr val="tx2">
                    <a:lumMod val="65000"/>
                    <a:lumOff val="35000"/>
                  </a:schemeClr>
                </a:solidFill>
              </a:defRPr>
            </a:lvl1pPr>
          </a:lstStyle>
          <a:p>
            <a:pPr lvl="0"/>
            <a:r>
              <a:rPr lang="en-US"/>
              <a:t>Click to edit Master text styles</a:t>
            </a:r>
          </a:p>
        </p:txBody>
      </p:sp>
      <p:sp>
        <p:nvSpPr>
          <p:cNvPr id="203" name="Text Placeholder 2"/>
          <p:cNvSpPr>
            <a:spLocks noGrp="1"/>
          </p:cNvSpPr>
          <p:nvPr>
            <p:ph type="body" sz="quarter" idx="82"/>
          </p:nvPr>
        </p:nvSpPr>
        <p:spPr>
          <a:xfrm>
            <a:off x="9997427" y="5147738"/>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04" name="Text Placeholder 2"/>
          <p:cNvSpPr>
            <a:spLocks noGrp="1"/>
          </p:cNvSpPr>
          <p:nvPr>
            <p:ph type="body" sz="quarter" idx="83"/>
          </p:nvPr>
        </p:nvSpPr>
        <p:spPr>
          <a:xfrm>
            <a:off x="9997427" y="5412670"/>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05" name="ClipArt Placeholder 9"/>
          <p:cNvSpPr>
            <a:spLocks noGrp="1"/>
          </p:cNvSpPr>
          <p:nvPr>
            <p:ph type="clipArt" sz="quarter" idx="84"/>
          </p:nvPr>
        </p:nvSpPr>
        <p:spPr>
          <a:xfrm>
            <a:off x="465455" y="1370030"/>
            <a:ext cx="1942352" cy="2023969"/>
          </a:xfrm>
          <a:prstGeom prst="roundRect">
            <a:avLst/>
          </a:prstGeom>
          <a:ln w="19050" cmpd="sng">
            <a:solidFill>
              <a:schemeClr val="bg2"/>
            </a:solidFill>
          </a:ln>
        </p:spPr>
        <p:txBody>
          <a:bodyPr/>
          <a:lstStyle/>
          <a:p>
            <a:pPr lvl="0"/>
            <a:r>
              <a:rPr lang="en-US" noProof="0" dirty="0"/>
              <a:t>Click icon to add clip art</a:t>
            </a:r>
          </a:p>
        </p:txBody>
      </p:sp>
      <p:sp>
        <p:nvSpPr>
          <p:cNvPr id="206" name="ClipArt Placeholder 9"/>
          <p:cNvSpPr>
            <a:spLocks noGrp="1"/>
          </p:cNvSpPr>
          <p:nvPr>
            <p:ph type="clipArt" sz="quarter" idx="85"/>
          </p:nvPr>
        </p:nvSpPr>
        <p:spPr>
          <a:xfrm>
            <a:off x="2800405" y="1370030"/>
            <a:ext cx="1942352" cy="2023969"/>
          </a:xfrm>
          <a:prstGeom prst="roundRect">
            <a:avLst/>
          </a:prstGeom>
          <a:ln w="19050" cmpd="sng">
            <a:solidFill>
              <a:schemeClr val="bg2"/>
            </a:solidFill>
          </a:ln>
        </p:spPr>
        <p:txBody>
          <a:bodyPr/>
          <a:lstStyle/>
          <a:p>
            <a:pPr lvl="0"/>
            <a:r>
              <a:rPr lang="en-US" noProof="0" dirty="0"/>
              <a:t>Click icon to add clip art</a:t>
            </a:r>
          </a:p>
        </p:txBody>
      </p:sp>
      <p:sp>
        <p:nvSpPr>
          <p:cNvPr id="207" name="ClipArt Placeholder 9"/>
          <p:cNvSpPr>
            <a:spLocks noGrp="1"/>
          </p:cNvSpPr>
          <p:nvPr>
            <p:ph type="clipArt" sz="quarter" idx="86"/>
          </p:nvPr>
        </p:nvSpPr>
        <p:spPr>
          <a:xfrm>
            <a:off x="5135355" y="1370030"/>
            <a:ext cx="1942352" cy="2023969"/>
          </a:xfrm>
          <a:prstGeom prst="roundRect">
            <a:avLst/>
          </a:prstGeom>
          <a:ln w="19050" cmpd="sng">
            <a:solidFill>
              <a:schemeClr val="bg2"/>
            </a:solidFill>
          </a:ln>
        </p:spPr>
        <p:txBody>
          <a:bodyPr/>
          <a:lstStyle/>
          <a:p>
            <a:pPr lvl="0"/>
            <a:r>
              <a:rPr lang="en-US" noProof="0" dirty="0"/>
              <a:t>Click icon to add clip art</a:t>
            </a:r>
          </a:p>
        </p:txBody>
      </p:sp>
      <p:sp>
        <p:nvSpPr>
          <p:cNvPr id="208" name="ClipArt Placeholder 9"/>
          <p:cNvSpPr>
            <a:spLocks noGrp="1"/>
          </p:cNvSpPr>
          <p:nvPr>
            <p:ph type="clipArt" sz="quarter" idx="87"/>
          </p:nvPr>
        </p:nvSpPr>
        <p:spPr>
          <a:xfrm>
            <a:off x="7470304" y="1370030"/>
            <a:ext cx="1942352" cy="2023969"/>
          </a:xfrm>
          <a:prstGeom prst="roundRect">
            <a:avLst/>
          </a:prstGeom>
          <a:ln w="19050" cmpd="sng">
            <a:solidFill>
              <a:schemeClr val="bg2"/>
            </a:solidFill>
          </a:ln>
        </p:spPr>
        <p:txBody>
          <a:bodyPr/>
          <a:lstStyle/>
          <a:p>
            <a:pPr lvl="0"/>
            <a:r>
              <a:rPr lang="en-US" noProof="0" dirty="0"/>
              <a:t>Click icon to add clip art</a:t>
            </a:r>
          </a:p>
        </p:txBody>
      </p:sp>
      <p:sp>
        <p:nvSpPr>
          <p:cNvPr id="209" name="ClipArt Placeholder 9"/>
          <p:cNvSpPr>
            <a:spLocks noGrp="1"/>
          </p:cNvSpPr>
          <p:nvPr>
            <p:ph type="clipArt" sz="quarter" idx="88"/>
          </p:nvPr>
        </p:nvSpPr>
        <p:spPr>
          <a:xfrm>
            <a:off x="9805255" y="1370030"/>
            <a:ext cx="1942352" cy="2023969"/>
          </a:xfrm>
          <a:prstGeom prst="roundRect">
            <a:avLst/>
          </a:prstGeom>
          <a:ln w="19050" cmpd="sng">
            <a:solidFill>
              <a:schemeClr val="bg2"/>
            </a:solidFill>
          </a:ln>
        </p:spPr>
        <p:txBody>
          <a:bodyPr/>
          <a:lstStyle/>
          <a:p>
            <a:pPr lvl="0"/>
            <a:r>
              <a:rPr lang="en-US" noProof="0" dirty="0"/>
              <a:t>Click icon to add clip art</a:t>
            </a:r>
          </a:p>
        </p:txBody>
      </p:sp>
      <p:sp>
        <p:nvSpPr>
          <p:cNvPr id="210" name="Text Placeholder 2"/>
          <p:cNvSpPr>
            <a:spLocks noGrp="1"/>
          </p:cNvSpPr>
          <p:nvPr>
            <p:ph type="body" sz="quarter" idx="89"/>
          </p:nvPr>
        </p:nvSpPr>
        <p:spPr>
          <a:xfrm>
            <a:off x="814331" y="1423804"/>
            <a:ext cx="1244600" cy="224584"/>
          </a:xfrm>
        </p:spPr>
        <p:txBody>
          <a:bodyPr>
            <a:normAutofit/>
          </a:bodyPr>
          <a:lstStyle>
            <a:lvl1pPr algn="ctr">
              <a:lnSpc>
                <a:spcPct val="100000"/>
              </a:lnSpc>
              <a:spcBef>
                <a:spcPts val="0"/>
              </a:spcBef>
              <a:defRPr sz="1200" b="1"/>
            </a:lvl1pPr>
          </a:lstStyle>
          <a:p>
            <a:pPr lvl="0"/>
            <a:r>
              <a:rPr lang="en-US"/>
              <a:t>Click to edit Master text styles</a:t>
            </a:r>
          </a:p>
        </p:txBody>
      </p:sp>
      <p:sp>
        <p:nvSpPr>
          <p:cNvPr id="211" name="Picture Placeholder 4"/>
          <p:cNvSpPr>
            <a:spLocks noGrp="1"/>
          </p:cNvSpPr>
          <p:nvPr>
            <p:ph type="pic" sz="quarter" idx="90"/>
          </p:nvPr>
        </p:nvSpPr>
        <p:spPr>
          <a:xfrm>
            <a:off x="644997" y="1697806"/>
            <a:ext cx="1583267" cy="492125"/>
          </a:xfrm>
        </p:spPr>
        <p:txBody>
          <a:bodyPr/>
          <a:lstStyle>
            <a:lvl1pPr algn="ctr">
              <a:defRPr sz="1100"/>
            </a:lvl1pPr>
          </a:lstStyle>
          <a:p>
            <a:pPr lvl="0"/>
            <a:r>
              <a:rPr lang="en-US" noProof="0" dirty="0"/>
              <a:t>Drag picture to placeholder or click icon to add</a:t>
            </a:r>
          </a:p>
        </p:txBody>
      </p:sp>
      <p:sp>
        <p:nvSpPr>
          <p:cNvPr id="212" name="Text Placeholder 2"/>
          <p:cNvSpPr>
            <a:spLocks noGrp="1"/>
          </p:cNvSpPr>
          <p:nvPr>
            <p:ph type="body" sz="quarter" idx="91"/>
          </p:nvPr>
        </p:nvSpPr>
        <p:spPr>
          <a:xfrm>
            <a:off x="629810" y="2248420"/>
            <a:ext cx="1613647" cy="224584"/>
          </a:xfrm>
        </p:spPr>
        <p:txBody>
          <a:bodyPr anchor="ctr">
            <a:normAutofit/>
          </a:bodyPr>
          <a:lstStyle>
            <a:lvl1pPr algn="ctr">
              <a:lnSpc>
                <a:spcPct val="100000"/>
              </a:lnSpc>
              <a:spcBef>
                <a:spcPts val="0"/>
              </a:spcBef>
              <a:defRPr sz="1000" b="1">
                <a:solidFill>
                  <a:schemeClr val="tx2">
                    <a:lumMod val="65000"/>
                    <a:lumOff val="35000"/>
                  </a:schemeClr>
                </a:solidFill>
              </a:defRPr>
            </a:lvl1pPr>
          </a:lstStyle>
          <a:p>
            <a:pPr lvl="0"/>
            <a:r>
              <a:rPr lang="en-US"/>
              <a:t>Click to edit Master text styles</a:t>
            </a:r>
          </a:p>
        </p:txBody>
      </p:sp>
      <p:sp>
        <p:nvSpPr>
          <p:cNvPr id="213" name="Text Placeholder 2"/>
          <p:cNvSpPr>
            <a:spLocks noGrp="1"/>
          </p:cNvSpPr>
          <p:nvPr>
            <p:ph type="body" sz="quarter" idx="92"/>
          </p:nvPr>
        </p:nvSpPr>
        <p:spPr>
          <a:xfrm>
            <a:off x="629810" y="2522422"/>
            <a:ext cx="1613647" cy="224584"/>
          </a:xfrm>
        </p:spPr>
        <p:txBody>
          <a:bodyPr anchor="ctr">
            <a:normAutofit/>
          </a:bodyPr>
          <a:lstStyle>
            <a:lvl1pPr algn="ctr">
              <a:lnSpc>
                <a:spcPct val="100000"/>
              </a:lnSpc>
              <a:spcBef>
                <a:spcPts val="0"/>
              </a:spcBef>
              <a:defRPr sz="900" b="1">
                <a:solidFill>
                  <a:schemeClr val="tx2">
                    <a:lumMod val="65000"/>
                    <a:lumOff val="35000"/>
                  </a:schemeClr>
                </a:solidFill>
              </a:defRPr>
            </a:lvl1pPr>
          </a:lstStyle>
          <a:p>
            <a:pPr lvl="0"/>
            <a:r>
              <a:rPr lang="en-US"/>
              <a:t>Click to edit Master text styles</a:t>
            </a:r>
          </a:p>
        </p:txBody>
      </p:sp>
      <p:sp>
        <p:nvSpPr>
          <p:cNvPr id="214" name="Text Placeholder 2"/>
          <p:cNvSpPr>
            <a:spLocks noGrp="1"/>
          </p:cNvSpPr>
          <p:nvPr>
            <p:ph type="body" sz="quarter" idx="93"/>
          </p:nvPr>
        </p:nvSpPr>
        <p:spPr>
          <a:xfrm>
            <a:off x="629810" y="2796424"/>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15" name="Text Placeholder 2"/>
          <p:cNvSpPr>
            <a:spLocks noGrp="1"/>
          </p:cNvSpPr>
          <p:nvPr>
            <p:ph type="body" sz="quarter" idx="94"/>
          </p:nvPr>
        </p:nvSpPr>
        <p:spPr>
          <a:xfrm>
            <a:off x="629810" y="3061356"/>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16" name="Text Placeholder 2"/>
          <p:cNvSpPr>
            <a:spLocks noGrp="1"/>
          </p:cNvSpPr>
          <p:nvPr>
            <p:ph type="body" sz="quarter" idx="95"/>
          </p:nvPr>
        </p:nvSpPr>
        <p:spPr>
          <a:xfrm>
            <a:off x="3105020" y="1423804"/>
            <a:ext cx="1244600" cy="224584"/>
          </a:xfrm>
        </p:spPr>
        <p:txBody>
          <a:bodyPr>
            <a:normAutofit/>
          </a:bodyPr>
          <a:lstStyle>
            <a:lvl1pPr algn="ctr">
              <a:lnSpc>
                <a:spcPct val="100000"/>
              </a:lnSpc>
              <a:spcBef>
                <a:spcPts val="0"/>
              </a:spcBef>
              <a:defRPr sz="1200" b="1"/>
            </a:lvl1pPr>
          </a:lstStyle>
          <a:p>
            <a:pPr lvl="0"/>
            <a:r>
              <a:rPr lang="en-US"/>
              <a:t>Click to edit Master text styles</a:t>
            </a:r>
          </a:p>
        </p:txBody>
      </p:sp>
      <p:sp>
        <p:nvSpPr>
          <p:cNvPr id="217" name="Picture Placeholder 4"/>
          <p:cNvSpPr>
            <a:spLocks noGrp="1"/>
          </p:cNvSpPr>
          <p:nvPr>
            <p:ph type="pic" sz="quarter" idx="96"/>
          </p:nvPr>
        </p:nvSpPr>
        <p:spPr>
          <a:xfrm>
            <a:off x="2935688" y="1697806"/>
            <a:ext cx="1583267" cy="492125"/>
          </a:xfrm>
        </p:spPr>
        <p:txBody>
          <a:bodyPr/>
          <a:lstStyle>
            <a:lvl1pPr algn="ctr">
              <a:defRPr sz="1100"/>
            </a:lvl1pPr>
          </a:lstStyle>
          <a:p>
            <a:pPr lvl="0"/>
            <a:r>
              <a:rPr lang="en-US" noProof="0" dirty="0"/>
              <a:t>Drag picture to placeholder or click icon to add</a:t>
            </a:r>
          </a:p>
        </p:txBody>
      </p:sp>
      <p:sp>
        <p:nvSpPr>
          <p:cNvPr id="218" name="Text Placeholder 2"/>
          <p:cNvSpPr>
            <a:spLocks noGrp="1"/>
          </p:cNvSpPr>
          <p:nvPr>
            <p:ph type="body" sz="quarter" idx="97"/>
          </p:nvPr>
        </p:nvSpPr>
        <p:spPr>
          <a:xfrm>
            <a:off x="2920499" y="2248420"/>
            <a:ext cx="1613647" cy="224584"/>
          </a:xfrm>
        </p:spPr>
        <p:txBody>
          <a:bodyPr anchor="ctr">
            <a:normAutofit/>
          </a:bodyPr>
          <a:lstStyle>
            <a:lvl1pPr algn="ctr">
              <a:lnSpc>
                <a:spcPct val="100000"/>
              </a:lnSpc>
              <a:spcBef>
                <a:spcPts val="0"/>
              </a:spcBef>
              <a:defRPr sz="1000" b="1">
                <a:solidFill>
                  <a:schemeClr val="tx2">
                    <a:lumMod val="65000"/>
                    <a:lumOff val="35000"/>
                  </a:schemeClr>
                </a:solidFill>
              </a:defRPr>
            </a:lvl1pPr>
          </a:lstStyle>
          <a:p>
            <a:pPr lvl="0"/>
            <a:r>
              <a:rPr lang="en-US"/>
              <a:t>Click to edit Master text styles</a:t>
            </a:r>
          </a:p>
        </p:txBody>
      </p:sp>
      <p:sp>
        <p:nvSpPr>
          <p:cNvPr id="219" name="Text Placeholder 2"/>
          <p:cNvSpPr>
            <a:spLocks noGrp="1"/>
          </p:cNvSpPr>
          <p:nvPr>
            <p:ph type="body" sz="quarter" idx="98"/>
          </p:nvPr>
        </p:nvSpPr>
        <p:spPr>
          <a:xfrm>
            <a:off x="2920499" y="2522422"/>
            <a:ext cx="1613647" cy="224584"/>
          </a:xfrm>
        </p:spPr>
        <p:txBody>
          <a:bodyPr anchor="ctr">
            <a:normAutofit/>
          </a:bodyPr>
          <a:lstStyle>
            <a:lvl1pPr algn="ctr">
              <a:lnSpc>
                <a:spcPct val="100000"/>
              </a:lnSpc>
              <a:spcBef>
                <a:spcPts val="0"/>
              </a:spcBef>
              <a:defRPr sz="900" b="1">
                <a:solidFill>
                  <a:schemeClr val="tx2">
                    <a:lumMod val="65000"/>
                    <a:lumOff val="35000"/>
                  </a:schemeClr>
                </a:solidFill>
              </a:defRPr>
            </a:lvl1pPr>
          </a:lstStyle>
          <a:p>
            <a:pPr lvl="0"/>
            <a:r>
              <a:rPr lang="en-US"/>
              <a:t>Click to edit Master text styles</a:t>
            </a:r>
          </a:p>
        </p:txBody>
      </p:sp>
      <p:sp>
        <p:nvSpPr>
          <p:cNvPr id="220" name="Text Placeholder 2"/>
          <p:cNvSpPr>
            <a:spLocks noGrp="1"/>
          </p:cNvSpPr>
          <p:nvPr>
            <p:ph type="body" sz="quarter" idx="99"/>
          </p:nvPr>
        </p:nvSpPr>
        <p:spPr>
          <a:xfrm>
            <a:off x="2920499" y="2796424"/>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21" name="Text Placeholder 2"/>
          <p:cNvSpPr>
            <a:spLocks noGrp="1"/>
          </p:cNvSpPr>
          <p:nvPr>
            <p:ph type="body" sz="quarter" idx="100"/>
          </p:nvPr>
        </p:nvSpPr>
        <p:spPr>
          <a:xfrm>
            <a:off x="2920499" y="3061356"/>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22" name="Text Placeholder 2"/>
          <p:cNvSpPr>
            <a:spLocks noGrp="1"/>
          </p:cNvSpPr>
          <p:nvPr>
            <p:ph type="body" sz="quarter" idx="101"/>
          </p:nvPr>
        </p:nvSpPr>
        <p:spPr>
          <a:xfrm>
            <a:off x="5478261" y="1423804"/>
            <a:ext cx="1244600" cy="224584"/>
          </a:xfrm>
        </p:spPr>
        <p:txBody>
          <a:bodyPr>
            <a:normAutofit/>
          </a:bodyPr>
          <a:lstStyle>
            <a:lvl1pPr algn="ctr">
              <a:lnSpc>
                <a:spcPct val="100000"/>
              </a:lnSpc>
              <a:spcBef>
                <a:spcPts val="0"/>
              </a:spcBef>
              <a:defRPr sz="1200" b="1"/>
            </a:lvl1pPr>
          </a:lstStyle>
          <a:p>
            <a:pPr lvl="0"/>
            <a:r>
              <a:rPr lang="en-US"/>
              <a:t>Click to edit Master text styles</a:t>
            </a:r>
          </a:p>
        </p:txBody>
      </p:sp>
      <p:sp>
        <p:nvSpPr>
          <p:cNvPr id="223" name="Picture Placeholder 4"/>
          <p:cNvSpPr>
            <a:spLocks noGrp="1"/>
          </p:cNvSpPr>
          <p:nvPr>
            <p:ph type="pic" sz="quarter" idx="102"/>
          </p:nvPr>
        </p:nvSpPr>
        <p:spPr>
          <a:xfrm>
            <a:off x="5308929" y="1697806"/>
            <a:ext cx="1583267" cy="492125"/>
          </a:xfrm>
        </p:spPr>
        <p:txBody>
          <a:bodyPr/>
          <a:lstStyle>
            <a:lvl1pPr algn="ctr">
              <a:defRPr sz="1100"/>
            </a:lvl1pPr>
          </a:lstStyle>
          <a:p>
            <a:pPr lvl="0"/>
            <a:r>
              <a:rPr lang="en-US" noProof="0" dirty="0"/>
              <a:t>Drag picture to placeholder or click icon to add</a:t>
            </a:r>
          </a:p>
        </p:txBody>
      </p:sp>
      <p:sp>
        <p:nvSpPr>
          <p:cNvPr id="224" name="Text Placeholder 2"/>
          <p:cNvSpPr>
            <a:spLocks noGrp="1"/>
          </p:cNvSpPr>
          <p:nvPr>
            <p:ph type="body" sz="quarter" idx="103"/>
          </p:nvPr>
        </p:nvSpPr>
        <p:spPr>
          <a:xfrm>
            <a:off x="5293740" y="2248420"/>
            <a:ext cx="1613647" cy="224584"/>
          </a:xfrm>
        </p:spPr>
        <p:txBody>
          <a:bodyPr anchor="ctr">
            <a:normAutofit/>
          </a:bodyPr>
          <a:lstStyle>
            <a:lvl1pPr algn="ctr">
              <a:lnSpc>
                <a:spcPct val="100000"/>
              </a:lnSpc>
              <a:spcBef>
                <a:spcPts val="0"/>
              </a:spcBef>
              <a:defRPr sz="1000" b="1">
                <a:solidFill>
                  <a:schemeClr val="tx2">
                    <a:lumMod val="65000"/>
                    <a:lumOff val="35000"/>
                  </a:schemeClr>
                </a:solidFill>
              </a:defRPr>
            </a:lvl1pPr>
          </a:lstStyle>
          <a:p>
            <a:pPr lvl="0"/>
            <a:r>
              <a:rPr lang="en-US"/>
              <a:t>Click to edit Master text styles</a:t>
            </a:r>
          </a:p>
        </p:txBody>
      </p:sp>
      <p:sp>
        <p:nvSpPr>
          <p:cNvPr id="225" name="Text Placeholder 2"/>
          <p:cNvSpPr>
            <a:spLocks noGrp="1"/>
          </p:cNvSpPr>
          <p:nvPr>
            <p:ph type="body" sz="quarter" idx="104"/>
          </p:nvPr>
        </p:nvSpPr>
        <p:spPr>
          <a:xfrm>
            <a:off x="5293740" y="2522422"/>
            <a:ext cx="1613647" cy="224584"/>
          </a:xfrm>
        </p:spPr>
        <p:txBody>
          <a:bodyPr anchor="ctr">
            <a:normAutofit/>
          </a:bodyPr>
          <a:lstStyle>
            <a:lvl1pPr algn="ctr">
              <a:lnSpc>
                <a:spcPct val="100000"/>
              </a:lnSpc>
              <a:spcBef>
                <a:spcPts val="0"/>
              </a:spcBef>
              <a:defRPr sz="900" b="1">
                <a:solidFill>
                  <a:schemeClr val="tx2">
                    <a:lumMod val="65000"/>
                    <a:lumOff val="35000"/>
                  </a:schemeClr>
                </a:solidFill>
              </a:defRPr>
            </a:lvl1pPr>
          </a:lstStyle>
          <a:p>
            <a:pPr lvl="0"/>
            <a:r>
              <a:rPr lang="en-US"/>
              <a:t>Click to edit Master text styles</a:t>
            </a:r>
          </a:p>
        </p:txBody>
      </p:sp>
      <p:sp>
        <p:nvSpPr>
          <p:cNvPr id="226" name="Text Placeholder 2"/>
          <p:cNvSpPr>
            <a:spLocks noGrp="1"/>
          </p:cNvSpPr>
          <p:nvPr>
            <p:ph type="body" sz="quarter" idx="105"/>
          </p:nvPr>
        </p:nvSpPr>
        <p:spPr>
          <a:xfrm>
            <a:off x="5293740" y="2796424"/>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27" name="Text Placeholder 2"/>
          <p:cNvSpPr>
            <a:spLocks noGrp="1"/>
          </p:cNvSpPr>
          <p:nvPr>
            <p:ph type="body" sz="quarter" idx="106"/>
          </p:nvPr>
        </p:nvSpPr>
        <p:spPr>
          <a:xfrm>
            <a:off x="5293740" y="3061356"/>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28" name="Text Placeholder 2"/>
          <p:cNvSpPr>
            <a:spLocks noGrp="1"/>
          </p:cNvSpPr>
          <p:nvPr>
            <p:ph type="body" sz="quarter" idx="107"/>
          </p:nvPr>
        </p:nvSpPr>
        <p:spPr>
          <a:xfrm>
            <a:off x="7827153" y="1423804"/>
            <a:ext cx="1244600" cy="224584"/>
          </a:xfrm>
        </p:spPr>
        <p:txBody>
          <a:bodyPr>
            <a:normAutofit/>
          </a:bodyPr>
          <a:lstStyle>
            <a:lvl1pPr algn="ctr">
              <a:lnSpc>
                <a:spcPct val="100000"/>
              </a:lnSpc>
              <a:spcBef>
                <a:spcPts val="0"/>
              </a:spcBef>
              <a:defRPr sz="1200" b="1"/>
            </a:lvl1pPr>
          </a:lstStyle>
          <a:p>
            <a:pPr lvl="0"/>
            <a:r>
              <a:rPr lang="en-US"/>
              <a:t>Click to edit Master text styles</a:t>
            </a:r>
          </a:p>
        </p:txBody>
      </p:sp>
      <p:sp>
        <p:nvSpPr>
          <p:cNvPr id="229" name="Picture Placeholder 4"/>
          <p:cNvSpPr>
            <a:spLocks noGrp="1"/>
          </p:cNvSpPr>
          <p:nvPr>
            <p:ph type="pic" sz="quarter" idx="108"/>
          </p:nvPr>
        </p:nvSpPr>
        <p:spPr>
          <a:xfrm>
            <a:off x="7657820" y="1697806"/>
            <a:ext cx="1583267" cy="492125"/>
          </a:xfrm>
        </p:spPr>
        <p:txBody>
          <a:bodyPr/>
          <a:lstStyle>
            <a:lvl1pPr algn="ctr">
              <a:defRPr sz="1100"/>
            </a:lvl1pPr>
          </a:lstStyle>
          <a:p>
            <a:pPr lvl="0"/>
            <a:r>
              <a:rPr lang="en-US" noProof="0" dirty="0"/>
              <a:t>Drag picture to placeholder or click icon to add</a:t>
            </a:r>
          </a:p>
        </p:txBody>
      </p:sp>
      <p:sp>
        <p:nvSpPr>
          <p:cNvPr id="230" name="Text Placeholder 2"/>
          <p:cNvSpPr>
            <a:spLocks noGrp="1"/>
          </p:cNvSpPr>
          <p:nvPr>
            <p:ph type="body" sz="quarter" idx="109"/>
          </p:nvPr>
        </p:nvSpPr>
        <p:spPr>
          <a:xfrm>
            <a:off x="7642633" y="2248420"/>
            <a:ext cx="1613647" cy="224584"/>
          </a:xfrm>
        </p:spPr>
        <p:txBody>
          <a:bodyPr anchor="ctr">
            <a:normAutofit/>
          </a:bodyPr>
          <a:lstStyle>
            <a:lvl1pPr algn="ctr">
              <a:lnSpc>
                <a:spcPct val="100000"/>
              </a:lnSpc>
              <a:spcBef>
                <a:spcPts val="0"/>
              </a:spcBef>
              <a:defRPr sz="1000" b="1">
                <a:solidFill>
                  <a:schemeClr val="tx2">
                    <a:lumMod val="65000"/>
                    <a:lumOff val="35000"/>
                  </a:schemeClr>
                </a:solidFill>
              </a:defRPr>
            </a:lvl1pPr>
          </a:lstStyle>
          <a:p>
            <a:pPr lvl="0"/>
            <a:r>
              <a:rPr lang="en-US"/>
              <a:t>Click to edit Master text styles</a:t>
            </a:r>
          </a:p>
        </p:txBody>
      </p:sp>
      <p:sp>
        <p:nvSpPr>
          <p:cNvPr id="231" name="Text Placeholder 2"/>
          <p:cNvSpPr>
            <a:spLocks noGrp="1"/>
          </p:cNvSpPr>
          <p:nvPr>
            <p:ph type="body" sz="quarter" idx="110"/>
          </p:nvPr>
        </p:nvSpPr>
        <p:spPr>
          <a:xfrm>
            <a:off x="7642633" y="2522422"/>
            <a:ext cx="1613647" cy="224584"/>
          </a:xfrm>
        </p:spPr>
        <p:txBody>
          <a:bodyPr anchor="ctr">
            <a:normAutofit/>
          </a:bodyPr>
          <a:lstStyle>
            <a:lvl1pPr algn="ctr">
              <a:lnSpc>
                <a:spcPct val="100000"/>
              </a:lnSpc>
              <a:spcBef>
                <a:spcPts val="0"/>
              </a:spcBef>
              <a:defRPr sz="900" b="1">
                <a:solidFill>
                  <a:schemeClr val="tx2">
                    <a:lumMod val="65000"/>
                    <a:lumOff val="35000"/>
                  </a:schemeClr>
                </a:solidFill>
              </a:defRPr>
            </a:lvl1pPr>
          </a:lstStyle>
          <a:p>
            <a:pPr lvl="0"/>
            <a:r>
              <a:rPr lang="en-US"/>
              <a:t>Click to edit Master text styles</a:t>
            </a:r>
          </a:p>
        </p:txBody>
      </p:sp>
      <p:sp>
        <p:nvSpPr>
          <p:cNvPr id="232" name="Text Placeholder 2"/>
          <p:cNvSpPr>
            <a:spLocks noGrp="1"/>
          </p:cNvSpPr>
          <p:nvPr>
            <p:ph type="body" sz="quarter" idx="111"/>
          </p:nvPr>
        </p:nvSpPr>
        <p:spPr>
          <a:xfrm>
            <a:off x="7642633" y="2796424"/>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33" name="Text Placeholder 2"/>
          <p:cNvSpPr>
            <a:spLocks noGrp="1"/>
          </p:cNvSpPr>
          <p:nvPr>
            <p:ph type="body" sz="quarter" idx="112"/>
          </p:nvPr>
        </p:nvSpPr>
        <p:spPr>
          <a:xfrm>
            <a:off x="7642633" y="3061356"/>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34" name="Text Placeholder 2"/>
          <p:cNvSpPr>
            <a:spLocks noGrp="1"/>
          </p:cNvSpPr>
          <p:nvPr>
            <p:ph type="body" sz="quarter" idx="113"/>
          </p:nvPr>
        </p:nvSpPr>
        <p:spPr>
          <a:xfrm>
            <a:off x="10191624" y="1423804"/>
            <a:ext cx="1244600" cy="224584"/>
          </a:xfrm>
        </p:spPr>
        <p:txBody>
          <a:bodyPr>
            <a:normAutofit/>
          </a:bodyPr>
          <a:lstStyle>
            <a:lvl1pPr algn="ctr">
              <a:lnSpc>
                <a:spcPct val="100000"/>
              </a:lnSpc>
              <a:spcBef>
                <a:spcPts val="0"/>
              </a:spcBef>
              <a:defRPr sz="1200" b="1"/>
            </a:lvl1pPr>
          </a:lstStyle>
          <a:p>
            <a:pPr lvl="0"/>
            <a:r>
              <a:rPr lang="en-US"/>
              <a:t>Click to edit Master text styles</a:t>
            </a:r>
          </a:p>
        </p:txBody>
      </p:sp>
      <p:sp>
        <p:nvSpPr>
          <p:cNvPr id="235" name="Picture Placeholder 4"/>
          <p:cNvSpPr>
            <a:spLocks noGrp="1"/>
          </p:cNvSpPr>
          <p:nvPr>
            <p:ph type="pic" sz="quarter" idx="114"/>
          </p:nvPr>
        </p:nvSpPr>
        <p:spPr>
          <a:xfrm>
            <a:off x="10022292" y="1697806"/>
            <a:ext cx="1583267" cy="492125"/>
          </a:xfrm>
        </p:spPr>
        <p:txBody>
          <a:bodyPr/>
          <a:lstStyle>
            <a:lvl1pPr algn="ctr">
              <a:defRPr sz="1100"/>
            </a:lvl1pPr>
          </a:lstStyle>
          <a:p>
            <a:pPr lvl="0"/>
            <a:r>
              <a:rPr lang="en-US" noProof="0" dirty="0"/>
              <a:t>Drag picture to placeholder or click icon to add</a:t>
            </a:r>
          </a:p>
        </p:txBody>
      </p:sp>
      <p:sp>
        <p:nvSpPr>
          <p:cNvPr id="236" name="Text Placeholder 2"/>
          <p:cNvSpPr>
            <a:spLocks noGrp="1"/>
          </p:cNvSpPr>
          <p:nvPr>
            <p:ph type="body" sz="quarter" idx="115"/>
          </p:nvPr>
        </p:nvSpPr>
        <p:spPr>
          <a:xfrm>
            <a:off x="10007103" y="2248420"/>
            <a:ext cx="1613647" cy="224584"/>
          </a:xfrm>
        </p:spPr>
        <p:txBody>
          <a:bodyPr anchor="ctr">
            <a:normAutofit/>
          </a:bodyPr>
          <a:lstStyle>
            <a:lvl1pPr algn="ctr">
              <a:lnSpc>
                <a:spcPct val="100000"/>
              </a:lnSpc>
              <a:spcBef>
                <a:spcPts val="0"/>
              </a:spcBef>
              <a:defRPr sz="1000" b="1">
                <a:solidFill>
                  <a:schemeClr val="tx2">
                    <a:lumMod val="65000"/>
                    <a:lumOff val="35000"/>
                  </a:schemeClr>
                </a:solidFill>
              </a:defRPr>
            </a:lvl1pPr>
          </a:lstStyle>
          <a:p>
            <a:pPr lvl="0"/>
            <a:r>
              <a:rPr lang="en-US"/>
              <a:t>Click to edit Master text styles</a:t>
            </a:r>
          </a:p>
        </p:txBody>
      </p:sp>
      <p:sp>
        <p:nvSpPr>
          <p:cNvPr id="237" name="Text Placeholder 2"/>
          <p:cNvSpPr>
            <a:spLocks noGrp="1"/>
          </p:cNvSpPr>
          <p:nvPr>
            <p:ph type="body" sz="quarter" idx="116"/>
          </p:nvPr>
        </p:nvSpPr>
        <p:spPr>
          <a:xfrm>
            <a:off x="10007103" y="2522422"/>
            <a:ext cx="1613647" cy="224584"/>
          </a:xfrm>
        </p:spPr>
        <p:txBody>
          <a:bodyPr anchor="ctr">
            <a:normAutofit/>
          </a:bodyPr>
          <a:lstStyle>
            <a:lvl1pPr algn="ctr">
              <a:lnSpc>
                <a:spcPct val="100000"/>
              </a:lnSpc>
              <a:spcBef>
                <a:spcPts val="0"/>
              </a:spcBef>
              <a:defRPr sz="900" b="1">
                <a:solidFill>
                  <a:schemeClr val="tx2">
                    <a:lumMod val="65000"/>
                    <a:lumOff val="35000"/>
                  </a:schemeClr>
                </a:solidFill>
              </a:defRPr>
            </a:lvl1pPr>
          </a:lstStyle>
          <a:p>
            <a:pPr lvl="0"/>
            <a:r>
              <a:rPr lang="en-US"/>
              <a:t>Click to edit Master text styles</a:t>
            </a:r>
          </a:p>
        </p:txBody>
      </p:sp>
      <p:sp>
        <p:nvSpPr>
          <p:cNvPr id="238" name="Text Placeholder 2"/>
          <p:cNvSpPr>
            <a:spLocks noGrp="1"/>
          </p:cNvSpPr>
          <p:nvPr>
            <p:ph type="body" sz="quarter" idx="117"/>
          </p:nvPr>
        </p:nvSpPr>
        <p:spPr>
          <a:xfrm>
            <a:off x="10007103" y="2796424"/>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239" name="Text Placeholder 2"/>
          <p:cNvSpPr>
            <a:spLocks noGrp="1"/>
          </p:cNvSpPr>
          <p:nvPr>
            <p:ph type="body" sz="quarter" idx="118"/>
          </p:nvPr>
        </p:nvSpPr>
        <p:spPr>
          <a:xfrm>
            <a:off x="10007103" y="3061356"/>
            <a:ext cx="1613647" cy="224584"/>
          </a:xfrm>
        </p:spPr>
        <p:txBody>
          <a:bodyPr anchor="ctr">
            <a:normAutofit/>
          </a:bodyPr>
          <a:lstStyle>
            <a:lvl1pPr algn="ctr">
              <a:lnSpc>
                <a:spcPct val="100000"/>
              </a:lnSpc>
              <a:spcBef>
                <a:spcPts val="0"/>
              </a:spcBef>
              <a:defRPr sz="900" b="1" baseline="0">
                <a:solidFill>
                  <a:schemeClr val="tx2">
                    <a:lumMod val="65000"/>
                    <a:lumOff val="35000"/>
                  </a:schemeClr>
                </a:solidFill>
              </a:defRPr>
            </a:lvl1pPr>
          </a:lstStyle>
          <a:p>
            <a:pPr lvl="0"/>
            <a:r>
              <a:rPr lang="en-US"/>
              <a:t>Click to edit Master text styles</a:t>
            </a:r>
          </a:p>
        </p:txBody>
      </p:sp>
      <p:sp>
        <p:nvSpPr>
          <p:cNvPr id="131" name="Footer Placeholder 1"/>
          <p:cNvSpPr>
            <a:spLocks noGrp="1"/>
          </p:cNvSpPr>
          <p:nvPr>
            <p:ph type="ftr" sz="quarter" idx="119"/>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
        <p:nvSpPr>
          <p:cNvPr id="132" name="Slide Number Placeholder 2"/>
          <p:cNvSpPr>
            <a:spLocks noGrp="1"/>
          </p:cNvSpPr>
          <p:nvPr>
            <p:ph type="sldNum" sz="quarter" idx="120"/>
          </p:nvPr>
        </p:nvSpPr>
        <p:spPr/>
        <p:txBody>
          <a:bodyPr/>
          <a:lstStyle>
            <a:lvl1pPr>
              <a:defRPr/>
            </a:lvl1pPr>
          </a:lstStyle>
          <a:p>
            <a:pPr>
              <a:defRPr/>
            </a:pPr>
            <a:fld id="{2FA465A5-8914-46DC-9F1E-E42E45684F2C}"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Tree>
    <p:extLst>
      <p:ext uri="{BB962C8B-B14F-4D97-AF65-F5344CB8AC3E}">
        <p14:creationId xmlns:p14="http://schemas.microsoft.com/office/powerpoint/2010/main" val="40998330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6136106"/>
          </a:xfrm>
        </p:spPr>
        <p:txBody>
          <a:bodyPr/>
          <a:lstStyle>
            <a:lvl1pPr algn="ctr">
              <a:defRPr/>
            </a:lvl1pPr>
          </a:lstStyle>
          <a:p>
            <a:pPr lvl="0"/>
            <a:r>
              <a:rPr lang="en-US" noProof="0" dirty="0"/>
              <a:t>Drag picture to placeholder or click icon to add</a:t>
            </a:r>
          </a:p>
        </p:txBody>
      </p:sp>
      <p:sp>
        <p:nvSpPr>
          <p:cNvPr id="3" name="Title 2"/>
          <p:cNvSpPr>
            <a:spLocks noGrp="1"/>
          </p:cNvSpPr>
          <p:nvPr>
            <p:ph type="title"/>
          </p:nvPr>
        </p:nvSpPr>
        <p:spPr>
          <a:xfrm>
            <a:off x="6595090" y="4064004"/>
            <a:ext cx="5305239" cy="1751263"/>
          </a:xfrm>
        </p:spPr>
        <p:txBody>
          <a:bodyPr/>
          <a:lstStyle>
            <a:lvl1pPr>
              <a:defRPr sz="3000" b="0" i="0">
                <a:solidFill>
                  <a:schemeClr val="tx1"/>
                </a:solidFill>
                <a:effectLst/>
                <a:latin typeface="Arial"/>
                <a:cs typeface="Arial"/>
              </a:defRPr>
            </a:lvl1pPr>
          </a:lstStyle>
          <a:p>
            <a:r>
              <a:rPr lang="en-US"/>
              <a:t>Click to edit Master title style</a:t>
            </a:r>
            <a:endParaRPr lang="en-US" dirty="0"/>
          </a:p>
        </p:txBody>
      </p:sp>
      <p:sp>
        <p:nvSpPr>
          <p:cNvPr id="5" name="Slide Number Placeholder 3"/>
          <p:cNvSpPr>
            <a:spLocks noGrp="1"/>
          </p:cNvSpPr>
          <p:nvPr>
            <p:ph type="sldNum" sz="quarter" idx="11"/>
          </p:nvPr>
        </p:nvSpPr>
        <p:spPr/>
        <p:txBody>
          <a:bodyPr/>
          <a:lstStyle>
            <a:lvl1pPr>
              <a:defRPr/>
            </a:lvl1pPr>
          </a:lstStyle>
          <a:p>
            <a:pPr>
              <a:defRPr/>
            </a:pPr>
            <a:fld id="{C39E338E-BDCF-47C5-A560-0812EAC2D689}"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6" name="Footer Placeholder 4"/>
          <p:cNvSpPr>
            <a:spLocks noGrp="1"/>
          </p:cNvSpPr>
          <p:nvPr>
            <p:ph type="ftr" sz="quarter" idx="12"/>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11323620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ull Bleed Photo">
    <p:spTree>
      <p:nvGrpSpPr>
        <p:cNvPr id="1" name=""/>
        <p:cNvGrpSpPr/>
        <p:nvPr/>
      </p:nvGrpSpPr>
      <p:grpSpPr>
        <a:xfrm>
          <a:off x="0" y="0"/>
          <a:ext cx="0" cy="0"/>
          <a:chOff x="0" y="0"/>
          <a:chExt cx="0" cy="0"/>
        </a:xfrm>
      </p:grpSpPr>
      <p:sp>
        <p:nvSpPr>
          <p:cNvPr id="5" name="Rectangle 4"/>
          <p:cNvSpPr>
            <a:spLocks noChangeArrowheads="1"/>
          </p:cNvSpPr>
          <p:nvPr/>
        </p:nvSpPr>
        <p:spPr bwMode="auto">
          <a:xfrm>
            <a:off x="5128686" y="5302250"/>
            <a:ext cx="7063316" cy="155575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4" name="Picture Placeholder 3"/>
          <p:cNvSpPr>
            <a:spLocks noGrp="1"/>
          </p:cNvSpPr>
          <p:nvPr>
            <p:ph type="pic" sz="quarter" idx="10"/>
          </p:nvPr>
        </p:nvSpPr>
        <p:spPr>
          <a:xfrm>
            <a:off x="0" y="0"/>
            <a:ext cx="12192000" cy="6858000"/>
          </a:xfrm>
        </p:spPr>
        <p:txBody>
          <a:bodyPr/>
          <a:lstStyle>
            <a:lvl1pPr algn="ctr">
              <a:defRPr baseline="0"/>
            </a:lvl1pPr>
          </a:lstStyle>
          <a:p>
            <a:pPr lvl="0"/>
            <a:r>
              <a:rPr lang="en-US" noProof="0" dirty="0"/>
              <a:t>Drag picture to placeholder or click icon to add</a:t>
            </a:r>
          </a:p>
        </p:txBody>
      </p:sp>
      <p:sp>
        <p:nvSpPr>
          <p:cNvPr id="3" name="Title 2"/>
          <p:cNvSpPr>
            <a:spLocks noGrp="1"/>
          </p:cNvSpPr>
          <p:nvPr>
            <p:ph type="title"/>
          </p:nvPr>
        </p:nvSpPr>
        <p:spPr>
          <a:xfrm>
            <a:off x="6595090" y="3075216"/>
            <a:ext cx="5305239" cy="1950356"/>
          </a:xfrm>
        </p:spPr>
        <p:txBody>
          <a:bodyPr/>
          <a:lstStyle>
            <a:lvl1pPr>
              <a:defRPr sz="3000" b="0" i="0" baseline="0">
                <a:solidFill>
                  <a:schemeClr val="tx1"/>
                </a:solidFill>
                <a:effectLst/>
                <a:latin typeface="Arial"/>
                <a:cs typeface="Arial"/>
              </a:defRPr>
            </a:lvl1pPr>
          </a:lstStyle>
          <a:p>
            <a:r>
              <a:rPr lang="en-US"/>
              <a:t>Click to edit Master title style</a:t>
            </a:r>
            <a:endParaRPr lang="en-US" dirty="0"/>
          </a:p>
        </p:txBody>
      </p:sp>
    </p:spTree>
    <p:extLst>
      <p:ext uri="{BB962C8B-B14F-4D97-AF65-F5344CB8AC3E}">
        <p14:creationId xmlns:p14="http://schemas.microsoft.com/office/powerpoint/2010/main" val="33280412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e Chart Slide">
    <p:spTree>
      <p:nvGrpSpPr>
        <p:cNvPr id="1" name=""/>
        <p:cNvGrpSpPr/>
        <p:nvPr/>
      </p:nvGrpSpPr>
      <p:grpSpPr>
        <a:xfrm>
          <a:off x="0" y="0"/>
          <a:ext cx="0" cy="0"/>
          <a:chOff x="0" y="0"/>
          <a:chExt cx="0" cy="0"/>
        </a:xfrm>
      </p:grpSpPr>
      <p:sp>
        <p:nvSpPr>
          <p:cNvPr id="5" name="Chart Placeholder 4"/>
          <p:cNvSpPr>
            <a:spLocks noGrp="1"/>
          </p:cNvSpPr>
          <p:nvPr>
            <p:ph type="chart" sz="quarter" idx="18"/>
          </p:nvPr>
        </p:nvSpPr>
        <p:spPr>
          <a:xfrm>
            <a:off x="465668" y="1132417"/>
            <a:ext cx="11260667" cy="5069416"/>
          </a:xfrm>
        </p:spPr>
        <p:txBody>
          <a:bodyPr/>
          <a:lstStyle/>
          <a:p>
            <a:pPr lvl="0"/>
            <a:endParaRPr lang="en-US" noProof="0" dirty="0"/>
          </a:p>
        </p:txBody>
      </p:sp>
      <p:sp>
        <p:nvSpPr>
          <p:cNvPr id="2" name="Title 1"/>
          <p:cNvSpPr>
            <a:spLocks noGrp="1"/>
          </p:cNvSpPr>
          <p:nvPr>
            <p:ph type="title"/>
          </p:nvPr>
        </p:nvSpPr>
        <p:spPr>
          <a:xfrm>
            <a:off x="475912" y="307475"/>
            <a:ext cx="11213472" cy="708526"/>
          </a:xfrm>
        </p:spPr>
        <p:txBody>
          <a:bodyPr/>
          <a:lstStyle>
            <a:lvl1pPr>
              <a:defRPr sz="2200" b="0" i="0" cap="none" baseline="0">
                <a:solidFill>
                  <a:srgbClr val="021F43"/>
                </a:solidFill>
                <a:latin typeface="+mj-lt"/>
                <a:cs typeface="Andes ExtraLight"/>
              </a:defRPr>
            </a:lvl1pPr>
          </a:lstStyle>
          <a:p>
            <a:r>
              <a:rPr lang="en-US"/>
              <a:t>Click to edit Master title style</a:t>
            </a:r>
            <a:endParaRPr lang="en-US" dirty="0"/>
          </a:p>
        </p:txBody>
      </p:sp>
      <p:sp>
        <p:nvSpPr>
          <p:cNvPr id="4" name="Slide Number Placeholder 3"/>
          <p:cNvSpPr>
            <a:spLocks noGrp="1"/>
          </p:cNvSpPr>
          <p:nvPr>
            <p:ph type="sldNum" sz="quarter" idx="19"/>
          </p:nvPr>
        </p:nvSpPr>
        <p:spPr/>
        <p:txBody>
          <a:bodyPr/>
          <a:lstStyle>
            <a:lvl1pPr>
              <a:defRPr/>
            </a:lvl1pPr>
          </a:lstStyle>
          <a:p>
            <a:pPr>
              <a:defRPr/>
            </a:pPr>
            <a:fld id="{2521FF8F-2BA9-458B-B239-B97F557369F9}"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6" name="Footer Placeholder 4"/>
          <p:cNvSpPr>
            <a:spLocks noGrp="1"/>
          </p:cNvSpPr>
          <p:nvPr>
            <p:ph type="ftr" sz="quarter" idx="20"/>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2601591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hat Slide">
    <p:spTree>
      <p:nvGrpSpPr>
        <p:cNvPr id="1" name=""/>
        <p:cNvGrpSpPr/>
        <p:nvPr/>
      </p:nvGrpSpPr>
      <p:grpSpPr>
        <a:xfrm>
          <a:off x="0" y="0"/>
          <a:ext cx="0" cy="0"/>
          <a:chOff x="0" y="0"/>
          <a:chExt cx="0" cy="0"/>
        </a:xfrm>
      </p:grpSpPr>
      <p:sp>
        <p:nvSpPr>
          <p:cNvPr id="5" name="Chart Placeholder 4"/>
          <p:cNvSpPr>
            <a:spLocks noGrp="1"/>
          </p:cNvSpPr>
          <p:nvPr>
            <p:ph type="chart" sz="quarter" idx="18"/>
          </p:nvPr>
        </p:nvSpPr>
        <p:spPr>
          <a:xfrm>
            <a:off x="465669" y="1147233"/>
            <a:ext cx="5545665" cy="5048250"/>
          </a:xfrm>
        </p:spPr>
        <p:txBody>
          <a:bodyPr/>
          <a:lstStyle/>
          <a:p>
            <a:pPr lvl="0"/>
            <a:endParaRPr lang="en-US" noProof="0" dirty="0"/>
          </a:p>
        </p:txBody>
      </p:sp>
      <p:sp>
        <p:nvSpPr>
          <p:cNvPr id="2" name="Title 1"/>
          <p:cNvSpPr>
            <a:spLocks noGrp="1"/>
          </p:cNvSpPr>
          <p:nvPr>
            <p:ph type="title"/>
          </p:nvPr>
        </p:nvSpPr>
        <p:spPr>
          <a:xfrm>
            <a:off x="475912" y="307475"/>
            <a:ext cx="11213472" cy="708526"/>
          </a:xfrm>
        </p:spPr>
        <p:txBody>
          <a:bodyPr/>
          <a:lstStyle>
            <a:lvl1pPr>
              <a:defRPr sz="2200" b="0" i="0" cap="none" baseline="0">
                <a:solidFill>
                  <a:srgbClr val="021F43"/>
                </a:solidFill>
                <a:latin typeface="+mj-lt"/>
                <a:cs typeface="Andes ExtraLight"/>
              </a:defRPr>
            </a:lvl1pPr>
          </a:lstStyle>
          <a:p>
            <a:r>
              <a:rPr lang="en-US"/>
              <a:t>Click to edit Master title style</a:t>
            </a:r>
            <a:endParaRPr lang="en-US" dirty="0"/>
          </a:p>
        </p:txBody>
      </p:sp>
      <p:sp>
        <p:nvSpPr>
          <p:cNvPr id="13" name="Chart Placeholder 4"/>
          <p:cNvSpPr>
            <a:spLocks noGrp="1"/>
          </p:cNvSpPr>
          <p:nvPr>
            <p:ph type="chart" sz="quarter" idx="19"/>
          </p:nvPr>
        </p:nvSpPr>
        <p:spPr>
          <a:xfrm>
            <a:off x="6143980" y="1147233"/>
            <a:ext cx="5545665" cy="5048250"/>
          </a:xfrm>
        </p:spPr>
        <p:txBody>
          <a:bodyPr/>
          <a:lstStyle/>
          <a:p>
            <a:pPr lvl="0"/>
            <a:endParaRPr lang="en-US" noProof="0" dirty="0"/>
          </a:p>
        </p:txBody>
      </p:sp>
      <p:sp>
        <p:nvSpPr>
          <p:cNvPr id="6" name="Slide Number Placeholder 3"/>
          <p:cNvSpPr>
            <a:spLocks noGrp="1"/>
          </p:cNvSpPr>
          <p:nvPr>
            <p:ph type="sldNum" sz="quarter" idx="20"/>
          </p:nvPr>
        </p:nvSpPr>
        <p:spPr/>
        <p:txBody>
          <a:bodyPr/>
          <a:lstStyle>
            <a:lvl1pPr>
              <a:defRPr/>
            </a:lvl1pPr>
          </a:lstStyle>
          <a:p>
            <a:pPr>
              <a:defRPr/>
            </a:pPr>
            <a:fld id="{8D8511E2-0F8C-45E8-92E8-7E40DDD11580}"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7" name="Footer Placeholder 4"/>
          <p:cNvSpPr>
            <a:spLocks noGrp="1"/>
          </p:cNvSpPr>
          <p:nvPr>
            <p:ph type="ftr" sz="quarter" idx="21"/>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41239496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hart Slide">
    <p:spTree>
      <p:nvGrpSpPr>
        <p:cNvPr id="1" name=""/>
        <p:cNvGrpSpPr/>
        <p:nvPr/>
      </p:nvGrpSpPr>
      <p:grpSpPr>
        <a:xfrm>
          <a:off x="0" y="0"/>
          <a:ext cx="0" cy="0"/>
          <a:chOff x="0" y="0"/>
          <a:chExt cx="0" cy="0"/>
        </a:xfrm>
      </p:grpSpPr>
      <p:sp>
        <p:nvSpPr>
          <p:cNvPr id="5" name="Chart Placeholder 4"/>
          <p:cNvSpPr>
            <a:spLocks noGrp="1"/>
          </p:cNvSpPr>
          <p:nvPr>
            <p:ph type="chart" sz="quarter" idx="18"/>
          </p:nvPr>
        </p:nvSpPr>
        <p:spPr>
          <a:xfrm>
            <a:off x="465669" y="1147233"/>
            <a:ext cx="5545665" cy="5048250"/>
          </a:xfrm>
        </p:spPr>
        <p:txBody>
          <a:bodyPr/>
          <a:lstStyle/>
          <a:p>
            <a:pPr lvl="0"/>
            <a:endParaRPr lang="en-US" noProof="0" dirty="0"/>
          </a:p>
        </p:txBody>
      </p:sp>
      <p:sp>
        <p:nvSpPr>
          <p:cNvPr id="2" name="Title 1"/>
          <p:cNvSpPr>
            <a:spLocks noGrp="1"/>
          </p:cNvSpPr>
          <p:nvPr>
            <p:ph type="title"/>
          </p:nvPr>
        </p:nvSpPr>
        <p:spPr>
          <a:xfrm>
            <a:off x="475912" y="307475"/>
            <a:ext cx="11213472" cy="708526"/>
          </a:xfrm>
        </p:spPr>
        <p:txBody>
          <a:bodyPr/>
          <a:lstStyle>
            <a:lvl1pPr>
              <a:defRPr sz="2200" b="0" i="0" cap="none" baseline="0">
                <a:solidFill>
                  <a:srgbClr val="021F43"/>
                </a:solidFill>
                <a:latin typeface="+mj-lt"/>
                <a:cs typeface="Andes ExtraLight"/>
              </a:defRPr>
            </a:lvl1pPr>
          </a:lstStyle>
          <a:p>
            <a:r>
              <a:rPr lang="en-US"/>
              <a:t>Click to edit Master title style</a:t>
            </a:r>
            <a:endParaRPr lang="en-US" dirty="0"/>
          </a:p>
        </p:txBody>
      </p:sp>
      <p:sp>
        <p:nvSpPr>
          <p:cNvPr id="13" name="Chart Placeholder 4"/>
          <p:cNvSpPr>
            <a:spLocks noGrp="1"/>
          </p:cNvSpPr>
          <p:nvPr>
            <p:ph type="chart" sz="quarter" idx="19"/>
          </p:nvPr>
        </p:nvSpPr>
        <p:spPr>
          <a:xfrm>
            <a:off x="6143980" y="1147233"/>
            <a:ext cx="5545665" cy="2461684"/>
          </a:xfrm>
        </p:spPr>
        <p:txBody>
          <a:bodyPr/>
          <a:lstStyle/>
          <a:p>
            <a:pPr lvl="0"/>
            <a:endParaRPr lang="en-US" noProof="0" dirty="0"/>
          </a:p>
        </p:txBody>
      </p:sp>
      <p:sp>
        <p:nvSpPr>
          <p:cNvPr id="8" name="Chart Placeholder 4"/>
          <p:cNvSpPr>
            <a:spLocks noGrp="1"/>
          </p:cNvSpPr>
          <p:nvPr>
            <p:ph type="chart" sz="quarter" idx="20"/>
          </p:nvPr>
        </p:nvSpPr>
        <p:spPr>
          <a:xfrm>
            <a:off x="6149624" y="3723217"/>
            <a:ext cx="5545665" cy="2461684"/>
          </a:xfrm>
        </p:spPr>
        <p:txBody>
          <a:bodyPr/>
          <a:lstStyle/>
          <a:p>
            <a:pPr lvl="0"/>
            <a:endParaRPr lang="en-US" noProof="0" dirty="0"/>
          </a:p>
        </p:txBody>
      </p:sp>
      <p:sp>
        <p:nvSpPr>
          <p:cNvPr id="6" name="Slide Number Placeholder 3"/>
          <p:cNvSpPr>
            <a:spLocks noGrp="1"/>
          </p:cNvSpPr>
          <p:nvPr>
            <p:ph type="sldNum" sz="quarter" idx="21"/>
          </p:nvPr>
        </p:nvSpPr>
        <p:spPr/>
        <p:txBody>
          <a:bodyPr/>
          <a:lstStyle>
            <a:lvl1pPr>
              <a:defRPr/>
            </a:lvl1pPr>
          </a:lstStyle>
          <a:p>
            <a:pPr>
              <a:defRPr/>
            </a:pPr>
            <a:fld id="{162B18F0-9F7A-4E9B-81AB-F58D7293E54E}"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7" name="Footer Placeholder 4"/>
          <p:cNvSpPr>
            <a:spLocks noGrp="1"/>
          </p:cNvSpPr>
          <p:nvPr>
            <p:ph type="ftr" sz="quarter" idx="22"/>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10366989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Chart Slide">
    <p:spTree>
      <p:nvGrpSpPr>
        <p:cNvPr id="1" name=""/>
        <p:cNvGrpSpPr/>
        <p:nvPr/>
      </p:nvGrpSpPr>
      <p:grpSpPr>
        <a:xfrm>
          <a:off x="0" y="0"/>
          <a:ext cx="0" cy="0"/>
          <a:chOff x="0" y="0"/>
          <a:chExt cx="0" cy="0"/>
        </a:xfrm>
      </p:grpSpPr>
      <p:sp>
        <p:nvSpPr>
          <p:cNvPr id="2" name="Title 1"/>
          <p:cNvSpPr>
            <a:spLocks noGrp="1"/>
          </p:cNvSpPr>
          <p:nvPr>
            <p:ph type="title"/>
          </p:nvPr>
        </p:nvSpPr>
        <p:spPr>
          <a:xfrm>
            <a:off x="475912" y="307475"/>
            <a:ext cx="11213472" cy="708526"/>
          </a:xfrm>
        </p:spPr>
        <p:txBody>
          <a:bodyPr/>
          <a:lstStyle>
            <a:lvl1pPr>
              <a:defRPr sz="2200" b="0" i="0" cap="none" baseline="0">
                <a:solidFill>
                  <a:srgbClr val="021F43"/>
                </a:solidFill>
                <a:latin typeface="+mj-lt"/>
                <a:cs typeface="Andes ExtraLight"/>
              </a:defRPr>
            </a:lvl1pPr>
          </a:lstStyle>
          <a:p>
            <a:r>
              <a:rPr lang="en-US"/>
              <a:t>Click to edit Master title style</a:t>
            </a:r>
            <a:endParaRPr lang="en-US" dirty="0"/>
          </a:p>
        </p:txBody>
      </p:sp>
      <p:sp>
        <p:nvSpPr>
          <p:cNvPr id="13" name="Chart Placeholder 4"/>
          <p:cNvSpPr>
            <a:spLocks noGrp="1"/>
          </p:cNvSpPr>
          <p:nvPr>
            <p:ph type="chart" sz="quarter" idx="19"/>
          </p:nvPr>
        </p:nvSpPr>
        <p:spPr>
          <a:xfrm>
            <a:off x="6143980" y="1147233"/>
            <a:ext cx="5545665" cy="2461684"/>
          </a:xfrm>
        </p:spPr>
        <p:txBody>
          <a:bodyPr/>
          <a:lstStyle/>
          <a:p>
            <a:pPr lvl="0"/>
            <a:endParaRPr lang="en-US" noProof="0" dirty="0"/>
          </a:p>
        </p:txBody>
      </p:sp>
      <p:sp>
        <p:nvSpPr>
          <p:cNvPr id="8" name="Chart Placeholder 4"/>
          <p:cNvSpPr>
            <a:spLocks noGrp="1"/>
          </p:cNvSpPr>
          <p:nvPr>
            <p:ph type="chart" sz="quarter" idx="20"/>
          </p:nvPr>
        </p:nvSpPr>
        <p:spPr>
          <a:xfrm>
            <a:off x="6149624" y="3723217"/>
            <a:ext cx="5545665" cy="2461684"/>
          </a:xfrm>
        </p:spPr>
        <p:txBody>
          <a:bodyPr/>
          <a:lstStyle/>
          <a:p>
            <a:pPr lvl="0"/>
            <a:endParaRPr lang="en-US" noProof="0" dirty="0"/>
          </a:p>
        </p:txBody>
      </p:sp>
      <p:sp>
        <p:nvSpPr>
          <p:cNvPr id="9" name="Chart Placeholder 4"/>
          <p:cNvSpPr>
            <a:spLocks noGrp="1"/>
          </p:cNvSpPr>
          <p:nvPr>
            <p:ph type="chart" sz="quarter" idx="21"/>
          </p:nvPr>
        </p:nvSpPr>
        <p:spPr>
          <a:xfrm>
            <a:off x="462846" y="1140883"/>
            <a:ext cx="5545665" cy="2461684"/>
          </a:xfrm>
        </p:spPr>
        <p:txBody>
          <a:bodyPr/>
          <a:lstStyle/>
          <a:p>
            <a:pPr lvl="0"/>
            <a:endParaRPr lang="en-US" noProof="0" dirty="0"/>
          </a:p>
        </p:txBody>
      </p:sp>
      <p:sp>
        <p:nvSpPr>
          <p:cNvPr id="14" name="Chart Placeholder 4"/>
          <p:cNvSpPr>
            <a:spLocks noGrp="1"/>
          </p:cNvSpPr>
          <p:nvPr>
            <p:ph type="chart" sz="quarter" idx="22"/>
          </p:nvPr>
        </p:nvSpPr>
        <p:spPr>
          <a:xfrm>
            <a:off x="468490" y="3716867"/>
            <a:ext cx="5545665" cy="2461684"/>
          </a:xfrm>
        </p:spPr>
        <p:txBody>
          <a:bodyPr/>
          <a:lstStyle/>
          <a:p>
            <a:pPr lvl="0"/>
            <a:endParaRPr lang="en-US" noProof="0" dirty="0"/>
          </a:p>
        </p:txBody>
      </p:sp>
      <p:sp>
        <p:nvSpPr>
          <p:cNvPr id="7" name="Slide Number Placeholder 3"/>
          <p:cNvSpPr>
            <a:spLocks noGrp="1"/>
          </p:cNvSpPr>
          <p:nvPr>
            <p:ph type="sldNum" sz="quarter" idx="23"/>
          </p:nvPr>
        </p:nvSpPr>
        <p:spPr/>
        <p:txBody>
          <a:bodyPr/>
          <a:lstStyle>
            <a:lvl1pPr>
              <a:defRPr/>
            </a:lvl1pPr>
          </a:lstStyle>
          <a:p>
            <a:pPr>
              <a:defRPr/>
            </a:pPr>
            <a:fld id="{6B296132-0E73-4EFA-8D82-3F3815FDF00E}"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10" name="Footer Placeholder 4"/>
          <p:cNvSpPr>
            <a:spLocks noGrp="1"/>
          </p:cNvSpPr>
          <p:nvPr>
            <p:ph type="ftr" sz="quarter" idx="24"/>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5026400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4" name="Line 1086"/>
          <p:cNvSpPr>
            <a:spLocks noChangeShapeType="1"/>
          </p:cNvSpPr>
          <p:nvPr/>
        </p:nvSpPr>
        <p:spPr bwMode="auto">
          <a:xfrm>
            <a:off x="645586" y="617541"/>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 name="Line 1087"/>
          <p:cNvSpPr>
            <a:spLocks noChangeShapeType="1"/>
          </p:cNvSpPr>
          <p:nvPr/>
        </p:nvSpPr>
        <p:spPr bwMode="auto">
          <a:xfrm>
            <a:off x="645586" y="617541"/>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6" name="Rectangle 1088"/>
          <p:cNvSpPr>
            <a:spLocks noChangeArrowheads="1"/>
          </p:cNvSpPr>
          <p:nvPr/>
        </p:nvSpPr>
        <p:spPr bwMode="auto">
          <a:xfrm>
            <a:off x="645586" y="617541"/>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7" name="Rectangle 1089"/>
          <p:cNvSpPr>
            <a:spLocks noChangeArrowheads="1"/>
          </p:cNvSpPr>
          <p:nvPr/>
        </p:nvSpPr>
        <p:spPr bwMode="auto">
          <a:xfrm>
            <a:off x="645586" y="617541"/>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8" name="Freeform 1098"/>
          <p:cNvSpPr>
            <a:spLocks/>
          </p:cNvSpPr>
          <p:nvPr/>
        </p:nvSpPr>
        <p:spPr bwMode="auto">
          <a:xfrm>
            <a:off x="649820" y="617541"/>
            <a:ext cx="4233" cy="1587"/>
          </a:xfrm>
          <a:custGeom>
            <a:avLst/>
            <a:gdLst>
              <a:gd name="T0" fmla="*/ 0 w 2"/>
              <a:gd name="T1" fmla="*/ 0 h 1587"/>
              <a:gd name="T2" fmla="*/ 2147483647 w 2"/>
              <a:gd name="T3" fmla="*/ 0 h 1587"/>
              <a:gd name="T4" fmla="*/ 2147483647 w 2"/>
              <a:gd name="T5" fmla="*/ 0 h 1587"/>
              <a:gd name="T6" fmla="*/ 2147483647 w 2"/>
              <a:gd name="T7" fmla="*/ 0 h 1587"/>
              <a:gd name="T8" fmla="*/ 0 w 2"/>
              <a:gd name="T9" fmla="*/ 0 h 1587"/>
              <a:gd name="T10" fmla="*/ 0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0 w 2"/>
              <a:gd name="T25" fmla="*/ 0 h 1587"/>
              <a:gd name="T26" fmla="*/ 0 w 2"/>
              <a:gd name="T27" fmla="*/ 0 h 1587"/>
              <a:gd name="T28" fmla="*/ 0 w 2"/>
              <a:gd name="T29" fmla="*/ 0 h 1587"/>
              <a:gd name="T30" fmla="*/ 0 w 2"/>
              <a:gd name="T31" fmla="*/ 0 h 1587"/>
              <a:gd name="T32" fmla="*/ 0 w 2"/>
              <a:gd name="T33" fmla="*/ 0 h 1587"/>
              <a:gd name="T34" fmla="*/ 2147483647 w 2"/>
              <a:gd name="T35" fmla="*/ 0 h 1587"/>
              <a:gd name="T36" fmla="*/ 2147483647 w 2"/>
              <a:gd name="T37" fmla="*/ 0 h 1587"/>
              <a:gd name="T38" fmla="*/ 2147483647 w 2"/>
              <a:gd name="T39" fmla="*/ 0 h 1587"/>
              <a:gd name="T40" fmla="*/ 0 w 2"/>
              <a:gd name="T41" fmla="*/ 0 h 1587"/>
              <a:gd name="T42" fmla="*/ 0 w 2"/>
              <a:gd name="T43" fmla="*/ 0 h 1587"/>
              <a:gd name="T44" fmla="*/ 0 w 2"/>
              <a:gd name="T45" fmla="*/ 0 h 15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9" name="Freeform 1115"/>
          <p:cNvSpPr>
            <a:spLocks/>
          </p:cNvSpPr>
          <p:nvPr/>
        </p:nvSpPr>
        <p:spPr bwMode="auto">
          <a:xfrm>
            <a:off x="611720" y="473075"/>
            <a:ext cx="4233" cy="3175"/>
          </a:xfrm>
          <a:custGeom>
            <a:avLst/>
            <a:gdLst>
              <a:gd name="T0" fmla="*/ 0 w 2"/>
              <a:gd name="T1" fmla="*/ 2147483647 h 2"/>
              <a:gd name="T2" fmla="*/ 0 w 2"/>
              <a:gd name="T3" fmla="*/ 2147483647 h 2"/>
              <a:gd name="T4" fmla="*/ 0 w 2"/>
              <a:gd name="T5" fmla="*/ 2147483647 h 2"/>
              <a:gd name="T6" fmla="*/ 0 w 2"/>
              <a:gd name="T7" fmla="*/ 2147483647 h 2"/>
              <a:gd name="T8" fmla="*/ 0 w 2"/>
              <a:gd name="T9" fmla="*/ 2147483647 h 2"/>
              <a:gd name="T10" fmla="*/ 0 w 2"/>
              <a:gd name="T11" fmla="*/ 2147483647 h 2"/>
              <a:gd name="T12" fmla="*/ 2147483647 w 2"/>
              <a:gd name="T13" fmla="*/ 2147483647 h 2"/>
              <a:gd name="T14" fmla="*/ 2147483647 w 2"/>
              <a:gd name="T15" fmla="*/ 2147483647 h 2"/>
              <a:gd name="T16" fmla="*/ 2147483647 w 2"/>
              <a:gd name="T17" fmla="*/ 0 h 2"/>
              <a:gd name="T18" fmla="*/ 0 w 2"/>
              <a:gd name="T19" fmla="*/ 2147483647 h 2"/>
              <a:gd name="T20" fmla="*/ 0 w 2"/>
              <a:gd name="T21" fmla="*/ 2147483647 h 2"/>
              <a:gd name="T22" fmla="*/ 0 w 2"/>
              <a:gd name="T23" fmla="*/ 2147483647 h 2"/>
              <a:gd name="T24" fmla="*/ 0 w 2"/>
              <a:gd name="T25" fmla="*/ 2147483647 h 2"/>
              <a:gd name="T26" fmla="*/ 0 w 2"/>
              <a:gd name="T27" fmla="*/ 2147483647 h 2"/>
              <a:gd name="T28" fmla="*/ 2147483647 w 2"/>
              <a:gd name="T29" fmla="*/ 2147483647 h 2"/>
              <a:gd name="T30" fmla="*/ 2147483647 w 2"/>
              <a:gd name="T31" fmla="*/ 2147483647 h 2"/>
              <a:gd name="T32" fmla="*/ 2147483647 w 2"/>
              <a:gd name="T33" fmla="*/ 2147483647 h 2"/>
              <a:gd name="T34" fmla="*/ 2147483647 w 2"/>
              <a:gd name="T35" fmla="*/ 2147483647 h 2"/>
              <a:gd name="T36" fmla="*/ 2147483647 w 2"/>
              <a:gd name="T37" fmla="*/ 2147483647 h 2"/>
              <a:gd name="T38" fmla="*/ 2147483647 w 2"/>
              <a:gd name="T39" fmla="*/ 2147483647 h 2"/>
              <a:gd name="T40" fmla="*/ 0 w 2"/>
              <a:gd name="T41" fmla="*/ 2147483647 h 2"/>
              <a:gd name="T42" fmla="*/ 0 w 2"/>
              <a:gd name="T43" fmla="*/ 2147483647 h 2"/>
              <a:gd name="T44" fmla="*/ 0 w 2"/>
              <a:gd name="T45" fmla="*/ 2147483647 h 2"/>
              <a:gd name="T46" fmla="*/ 0 w 2"/>
              <a:gd name="T47" fmla="*/ 2147483647 h 2"/>
              <a:gd name="T48" fmla="*/ 0 w 2"/>
              <a:gd name="T49" fmla="*/ 2147483647 h 2"/>
              <a:gd name="T50" fmla="*/ 0 w 2"/>
              <a:gd name="T51" fmla="*/ 2147483647 h 2"/>
              <a:gd name="T52" fmla="*/ 0 w 2"/>
              <a:gd name="T53" fmla="*/ 2147483647 h 2"/>
              <a:gd name="T54" fmla="*/ 2147483647 w 2"/>
              <a:gd name="T55" fmla="*/ 2147483647 h 2"/>
              <a:gd name="T56" fmla="*/ 0 w 2"/>
              <a:gd name="T57" fmla="*/ 2147483647 h 2"/>
              <a:gd name="T58" fmla="*/ 2147483647 w 2"/>
              <a:gd name="T59" fmla="*/ 2147483647 h 2"/>
              <a:gd name="T60" fmla="*/ 2147483647 w 2"/>
              <a:gd name="T61" fmla="*/ 2147483647 h 2"/>
              <a:gd name="T62" fmla="*/ 2147483647 w 2"/>
              <a:gd name="T63" fmla="*/ 2147483647 h 2"/>
              <a:gd name="T64" fmla="*/ 0 w 2"/>
              <a:gd name="T65" fmla="*/ 2147483647 h 2"/>
              <a:gd name="T66" fmla="*/ 0 w 2"/>
              <a:gd name="T67" fmla="*/ 2147483647 h 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 h="2">
                <a:moveTo>
                  <a:pt x="0" y="2"/>
                </a:moveTo>
                <a:lnTo>
                  <a:pt x="0" y="2"/>
                </a:lnTo>
                <a:lnTo>
                  <a:pt x="2" y="2"/>
                </a:lnTo>
                <a:lnTo>
                  <a:pt x="2" y="0"/>
                </a:lnTo>
                <a:lnTo>
                  <a:pt x="0" y="2"/>
                </a:lnTo>
                <a:lnTo>
                  <a:pt x="2" y="2"/>
                </a:lnTo>
                <a:lnTo>
                  <a:pt x="0" y="2"/>
                </a:lnTo>
                <a:lnTo>
                  <a:pt x="2" y="2"/>
                </a:lnTo>
                <a:lnTo>
                  <a:pt x="0" y="2"/>
                </a:lnTo>
                <a:lnTo>
                  <a:pt x="2" y="2"/>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0" name="Freeform 1120"/>
          <p:cNvSpPr>
            <a:spLocks/>
          </p:cNvSpPr>
          <p:nvPr/>
        </p:nvSpPr>
        <p:spPr bwMode="auto">
          <a:xfrm>
            <a:off x="611720" y="463553"/>
            <a:ext cx="4233" cy="3175"/>
          </a:xfrm>
          <a:custGeom>
            <a:avLst/>
            <a:gdLst>
              <a:gd name="T0" fmla="*/ 0 w 2"/>
              <a:gd name="T1" fmla="*/ 0 h 2"/>
              <a:gd name="T2" fmla="*/ 0 w 2"/>
              <a:gd name="T3" fmla="*/ 2147483647 h 2"/>
              <a:gd name="T4" fmla="*/ 0 w 2"/>
              <a:gd name="T5" fmla="*/ 2147483647 h 2"/>
              <a:gd name="T6" fmla="*/ 0 w 2"/>
              <a:gd name="T7" fmla="*/ 2147483647 h 2"/>
              <a:gd name="T8" fmla="*/ 2147483647 w 2"/>
              <a:gd name="T9" fmla="*/ 2147483647 h 2"/>
              <a:gd name="T10" fmla="*/ 2147483647 w 2"/>
              <a:gd name="T11" fmla="*/ 0 h 2"/>
              <a:gd name="T12" fmla="*/ 2147483647 w 2"/>
              <a:gd name="T13" fmla="*/ 0 h 2"/>
              <a:gd name="T14" fmla="*/ 2147483647 w 2"/>
              <a:gd name="T15" fmla="*/ 0 h 2"/>
              <a:gd name="T16" fmla="*/ 0 w 2"/>
              <a:gd name="T17" fmla="*/ 0 h 2"/>
              <a:gd name="T18" fmla="*/ 0 w 2"/>
              <a:gd name="T19" fmla="*/ 2147483647 h 2"/>
              <a:gd name="T20" fmla="*/ 0 w 2"/>
              <a:gd name="T21" fmla="*/ 2147483647 h 2"/>
              <a:gd name="T22" fmla="*/ 2147483647 w 2"/>
              <a:gd name="T23" fmla="*/ 0 h 2"/>
              <a:gd name="T24" fmla="*/ 2147483647 w 2"/>
              <a:gd name="T25" fmla="*/ 0 h 2"/>
              <a:gd name="T26" fmla="*/ 2147483647 w 2"/>
              <a:gd name="T27" fmla="*/ 0 h 2"/>
              <a:gd name="T28" fmla="*/ 2147483647 w 2"/>
              <a:gd name="T29" fmla="*/ 2147483647 h 2"/>
              <a:gd name="T30" fmla="*/ 0 w 2"/>
              <a:gd name="T31" fmla="*/ 2147483647 h 2"/>
              <a:gd name="T32" fmla="*/ 0 w 2"/>
              <a:gd name="T33" fmla="*/ 2147483647 h 2"/>
              <a:gd name="T34" fmla="*/ 0 w 2"/>
              <a:gd name="T35" fmla="*/ 2147483647 h 2"/>
              <a:gd name="T36" fmla="*/ 0 w 2"/>
              <a:gd name="T37" fmla="*/ 2147483647 h 2"/>
              <a:gd name="T38" fmla="*/ 0 w 2"/>
              <a:gd name="T39" fmla="*/ 2147483647 h 2"/>
              <a:gd name="T40" fmla="*/ 0 w 2"/>
              <a:gd name="T41" fmla="*/ 2147483647 h 2"/>
              <a:gd name="T42" fmla="*/ 0 w 2"/>
              <a:gd name="T43" fmla="*/ 2147483647 h 2"/>
              <a:gd name="T44" fmla="*/ 0 w 2"/>
              <a:gd name="T45" fmla="*/ 2147483647 h 2"/>
              <a:gd name="T46" fmla="*/ 2147483647 w 2"/>
              <a:gd name="T47" fmla="*/ 2147483647 h 2"/>
              <a:gd name="T48" fmla="*/ 0 w 2"/>
              <a:gd name="T49" fmla="*/ 2147483647 h 2"/>
              <a:gd name="T50" fmla="*/ 0 w 2"/>
              <a:gd name="T51" fmla="*/ 2147483647 h 2"/>
              <a:gd name="T52" fmla="*/ 2147483647 w 2"/>
              <a:gd name="T53" fmla="*/ 2147483647 h 2"/>
              <a:gd name="T54" fmla="*/ 2147483647 w 2"/>
              <a:gd name="T55" fmla="*/ 2147483647 h 2"/>
              <a:gd name="T56" fmla="*/ 2147483647 w 2"/>
              <a:gd name="T57" fmla="*/ 0 h 2"/>
              <a:gd name="T58" fmla="*/ 0 w 2"/>
              <a:gd name="T59" fmla="*/ 0 h 2"/>
              <a:gd name="T60" fmla="*/ 0 w 2"/>
              <a:gd name="T61" fmla="*/ 0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0" y="0"/>
                </a:moveTo>
                <a:lnTo>
                  <a:pt x="0" y="2"/>
                </a:lnTo>
                <a:lnTo>
                  <a:pt x="2" y="2"/>
                </a:lnTo>
                <a:lnTo>
                  <a:pt x="2" y="0"/>
                </a:lnTo>
                <a:lnTo>
                  <a:pt x="0" y="0"/>
                </a:lnTo>
                <a:lnTo>
                  <a:pt x="0" y="2"/>
                </a:lnTo>
                <a:lnTo>
                  <a:pt x="2" y="0"/>
                </a:lnTo>
                <a:lnTo>
                  <a:pt x="2" y="2"/>
                </a:lnTo>
                <a:lnTo>
                  <a:pt x="0" y="2"/>
                </a:lnTo>
                <a:lnTo>
                  <a:pt x="2" y="2"/>
                </a:lnTo>
                <a:lnTo>
                  <a:pt x="0" y="2"/>
                </a:lnTo>
                <a:lnTo>
                  <a:pt x="2" y="2"/>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1" name="Freeform 1134"/>
          <p:cNvSpPr>
            <a:spLocks/>
          </p:cNvSpPr>
          <p:nvPr/>
        </p:nvSpPr>
        <p:spPr bwMode="auto">
          <a:xfrm>
            <a:off x="937686" y="514350"/>
            <a:ext cx="4233" cy="6350"/>
          </a:xfrm>
          <a:custGeom>
            <a:avLst/>
            <a:gdLst>
              <a:gd name="T0" fmla="*/ 2147483647 w 2"/>
              <a:gd name="T1" fmla="*/ 2147483647 h 4"/>
              <a:gd name="T2" fmla="*/ 2147483647 w 2"/>
              <a:gd name="T3" fmla="*/ 2147483647 h 4"/>
              <a:gd name="T4" fmla="*/ 2147483647 w 2"/>
              <a:gd name="T5" fmla="*/ 2147483647 h 4"/>
              <a:gd name="T6" fmla="*/ 2147483647 w 2"/>
              <a:gd name="T7" fmla="*/ 2147483647 h 4"/>
              <a:gd name="T8" fmla="*/ 2147483647 w 2"/>
              <a:gd name="T9" fmla="*/ 0 h 4"/>
              <a:gd name="T10" fmla="*/ 2147483647 w 2"/>
              <a:gd name="T11" fmla="*/ 0 h 4"/>
              <a:gd name="T12" fmla="*/ 2147483647 w 2"/>
              <a:gd name="T13" fmla="*/ 0 h 4"/>
              <a:gd name="T14" fmla="*/ 0 w 2"/>
              <a:gd name="T15" fmla="*/ 2147483647 h 4"/>
              <a:gd name="T16" fmla="*/ 2147483647 w 2"/>
              <a:gd name="T17" fmla="*/ 2147483647 h 4"/>
              <a:gd name="T18" fmla="*/ 2147483647 w 2"/>
              <a:gd name="T19" fmla="*/ 2147483647 h 4"/>
              <a:gd name="T20" fmla="*/ 2147483647 w 2"/>
              <a:gd name="T21" fmla="*/ 2147483647 h 4"/>
              <a:gd name="T22" fmla="*/ 2147483647 w 2"/>
              <a:gd name="T23" fmla="*/ 0 h 4"/>
              <a:gd name="T24" fmla="*/ 2147483647 w 2"/>
              <a:gd name="T25" fmla="*/ 2147483647 h 4"/>
              <a:gd name="T26" fmla="*/ 2147483647 w 2"/>
              <a:gd name="T27" fmla="*/ 2147483647 h 4"/>
              <a:gd name="T28" fmla="*/ 2147483647 w 2"/>
              <a:gd name="T29" fmla="*/ 2147483647 h 4"/>
              <a:gd name="T30" fmla="*/ 2147483647 w 2"/>
              <a:gd name="T31" fmla="*/ 2147483647 h 4"/>
              <a:gd name="T32" fmla="*/ 2147483647 w 2"/>
              <a:gd name="T33" fmla="*/ 2147483647 h 4"/>
              <a:gd name="T34" fmla="*/ 2147483647 w 2"/>
              <a:gd name="T35" fmla="*/ 2147483647 h 4"/>
              <a:gd name="T36" fmla="*/ 2147483647 w 2"/>
              <a:gd name="T37" fmla="*/ 2147483647 h 4"/>
              <a:gd name="T38" fmla="*/ 2147483647 w 2"/>
              <a:gd name="T39" fmla="*/ 2147483647 h 4"/>
              <a:gd name="T40" fmla="*/ 2147483647 w 2"/>
              <a:gd name="T41" fmla="*/ 2147483647 h 4"/>
              <a:gd name="T42" fmla="*/ 2147483647 w 2"/>
              <a:gd name="T43" fmla="*/ 2147483647 h 4"/>
              <a:gd name="T44" fmla="*/ 2147483647 w 2"/>
              <a:gd name="T45" fmla="*/ 2147483647 h 4"/>
              <a:gd name="T46" fmla="*/ 2147483647 w 2"/>
              <a:gd name="T47" fmla="*/ 2147483647 h 4"/>
              <a:gd name="T48" fmla="*/ 2147483647 w 2"/>
              <a:gd name="T49" fmla="*/ 2147483647 h 4"/>
              <a:gd name="T50" fmla="*/ 2147483647 w 2"/>
              <a:gd name="T51" fmla="*/ 2147483647 h 4"/>
              <a:gd name="T52" fmla="*/ 0 w 2"/>
              <a:gd name="T53" fmla="*/ 2147483647 h 4"/>
              <a:gd name="T54" fmla="*/ 2147483647 w 2"/>
              <a:gd name="T55" fmla="*/ 2147483647 h 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 h="4">
                <a:moveTo>
                  <a:pt x="2" y="4"/>
                </a:moveTo>
                <a:lnTo>
                  <a:pt x="2" y="4"/>
                </a:lnTo>
                <a:lnTo>
                  <a:pt x="2" y="2"/>
                </a:lnTo>
                <a:lnTo>
                  <a:pt x="2" y="0"/>
                </a:lnTo>
                <a:lnTo>
                  <a:pt x="0" y="2"/>
                </a:lnTo>
                <a:lnTo>
                  <a:pt x="2" y="4"/>
                </a:lnTo>
                <a:lnTo>
                  <a:pt x="2" y="2"/>
                </a:lnTo>
                <a:lnTo>
                  <a:pt x="2" y="0"/>
                </a:lnTo>
                <a:lnTo>
                  <a:pt x="2" y="2"/>
                </a:lnTo>
                <a:lnTo>
                  <a:pt x="0" y="2"/>
                </a:lnTo>
                <a:lnTo>
                  <a:pt x="2"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2" name="Freeform 1141"/>
          <p:cNvSpPr>
            <a:spLocks/>
          </p:cNvSpPr>
          <p:nvPr/>
        </p:nvSpPr>
        <p:spPr bwMode="auto">
          <a:xfrm>
            <a:off x="941919" y="479425"/>
            <a:ext cx="2116" cy="6350"/>
          </a:xfrm>
          <a:custGeom>
            <a:avLst/>
            <a:gdLst>
              <a:gd name="T0" fmla="*/ 0 w 1587"/>
              <a:gd name="T1" fmla="*/ 2147483647 h 4"/>
              <a:gd name="T2" fmla="*/ 0 w 1587"/>
              <a:gd name="T3" fmla="*/ 2147483647 h 4"/>
              <a:gd name="T4" fmla="*/ 0 w 1587"/>
              <a:gd name="T5" fmla="*/ 0 h 4"/>
              <a:gd name="T6" fmla="*/ 0 w 1587"/>
              <a:gd name="T7" fmla="*/ 0 h 4"/>
              <a:gd name="T8" fmla="*/ 0 w 1587"/>
              <a:gd name="T9" fmla="*/ 2147483647 h 4"/>
              <a:gd name="T10" fmla="*/ 0 w 1587"/>
              <a:gd name="T11" fmla="*/ 2147483647 h 4"/>
              <a:gd name="T12" fmla="*/ 0 w 1587"/>
              <a:gd name="T13" fmla="*/ 2147483647 h 4"/>
              <a:gd name="T14" fmla="*/ 0 w 1587"/>
              <a:gd name="T15" fmla="*/ 2147483647 h 4"/>
              <a:gd name="T16" fmla="*/ 0 w 1587"/>
              <a:gd name="T17" fmla="*/ 2147483647 h 4"/>
              <a:gd name="T18" fmla="*/ 0 w 1587"/>
              <a:gd name="T19" fmla="*/ 2147483647 h 4"/>
              <a:gd name="T20" fmla="*/ 0 w 1587"/>
              <a:gd name="T21" fmla="*/ 2147483647 h 4"/>
              <a:gd name="T22" fmla="*/ 0 w 1587"/>
              <a:gd name="T23" fmla="*/ 2147483647 h 4"/>
              <a:gd name="T24" fmla="*/ 0 w 1587"/>
              <a:gd name="T25" fmla="*/ 2147483647 h 4"/>
              <a:gd name="T26" fmla="*/ 0 w 1587"/>
              <a:gd name="T27" fmla="*/ 2147483647 h 4"/>
              <a:gd name="T28" fmla="*/ 0 w 1587"/>
              <a:gd name="T29" fmla="*/ 2147483647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587" h="4">
                <a:moveTo>
                  <a:pt x="0" y="4"/>
                </a:moveTo>
                <a:lnTo>
                  <a:pt x="0" y="2"/>
                </a:lnTo>
                <a:lnTo>
                  <a:pt x="0" y="0"/>
                </a:lnTo>
                <a:lnTo>
                  <a:pt x="0" y="2"/>
                </a:lnTo>
                <a:lnTo>
                  <a:pt x="0" y="4"/>
                </a:lnTo>
                <a:lnTo>
                  <a:pt x="0"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3" name="Freeform 1148"/>
          <p:cNvSpPr>
            <a:spLocks/>
          </p:cNvSpPr>
          <p:nvPr/>
        </p:nvSpPr>
        <p:spPr bwMode="auto">
          <a:xfrm>
            <a:off x="924986" y="460376"/>
            <a:ext cx="4233" cy="3175"/>
          </a:xfrm>
          <a:custGeom>
            <a:avLst/>
            <a:gdLst>
              <a:gd name="T0" fmla="*/ 2147483647 w 2"/>
              <a:gd name="T1" fmla="*/ 2147483647 h 2"/>
              <a:gd name="T2" fmla="*/ 2147483647 w 2"/>
              <a:gd name="T3" fmla="*/ 0 h 2"/>
              <a:gd name="T4" fmla="*/ 2147483647 w 2"/>
              <a:gd name="T5" fmla="*/ 0 h 2"/>
              <a:gd name="T6" fmla="*/ 2147483647 w 2"/>
              <a:gd name="T7" fmla="*/ 0 h 2"/>
              <a:gd name="T8" fmla="*/ 2147483647 w 2"/>
              <a:gd name="T9" fmla="*/ 0 h 2"/>
              <a:gd name="T10" fmla="*/ 0 w 2"/>
              <a:gd name="T11" fmla="*/ 0 h 2"/>
              <a:gd name="T12" fmla="*/ 0 w 2"/>
              <a:gd name="T13" fmla="*/ 0 h 2"/>
              <a:gd name="T14" fmla="*/ 0 w 2"/>
              <a:gd name="T15" fmla="*/ 2147483647 h 2"/>
              <a:gd name="T16" fmla="*/ 0 w 2"/>
              <a:gd name="T17" fmla="*/ 2147483647 h 2"/>
              <a:gd name="T18" fmla="*/ 0 w 2"/>
              <a:gd name="T19" fmla="*/ 2147483647 h 2"/>
              <a:gd name="T20" fmla="*/ 2147483647 w 2"/>
              <a:gd name="T21" fmla="*/ 2147483647 h 2"/>
              <a:gd name="T22" fmla="*/ 2147483647 w 2"/>
              <a:gd name="T23" fmla="*/ 2147483647 h 2"/>
              <a:gd name="T24" fmla="*/ 2147483647 w 2"/>
              <a:gd name="T25" fmla="*/ 0 h 2"/>
              <a:gd name="T26" fmla="*/ 2147483647 w 2"/>
              <a:gd name="T27" fmla="*/ 0 h 2"/>
              <a:gd name="T28" fmla="*/ 2147483647 w 2"/>
              <a:gd name="T29" fmla="*/ 0 h 2"/>
              <a:gd name="T30" fmla="*/ 0 w 2"/>
              <a:gd name="T31" fmla="*/ 2147483647 h 2"/>
              <a:gd name="T32" fmla="*/ 2147483647 w 2"/>
              <a:gd name="T33" fmla="*/ 2147483647 h 2"/>
              <a:gd name="T34" fmla="*/ 2147483647 w 2"/>
              <a:gd name="T35" fmla="*/ 0 h 2"/>
              <a:gd name="T36" fmla="*/ 0 w 2"/>
              <a:gd name="T37" fmla="*/ 2147483647 h 2"/>
              <a:gd name="T38" fmla="*/ 2147483647 w 2"/>
              <a:gd name="T39" fmla="*/ 2147483647 h 2"/>
              <a:gd name="T40" fmla="*/ 0 w 2"/>
              <a:gd name="T41" fmla="*/ 2147483647 h 2"/>
              <a:gd name="T42" fmla="*/ 0 w 2"/>
              <a:gd name="T43" fmla="*/ 2147483647 h 2"/>
              <a:gd name="T44" fmla="*/ 0 w 2"/>
              <a:gd name="T45" fmla="*/ 2147483647 h 2"/>
              <a:gd name="T46" fmla="*/ 0 w 2"/>
              <a:gd name="T47" fmla="*/ 2147483647 h 2"/>
              <a:gd name="T48" fmla="*/ 0 w 2"/>
              <a:gd name="T49" fmla="*/ 2147483647 h 2"/>
              <a:gd name="T50" fmla="*/ 0 w 2"/>
              <a:gd name="T51" fmla="*/ 2147483647 h 2"/>
              <a:gd name="T52" fmla="*/ 0 w 2"/>
              <a:gd name="T53" fmla="*/ 2147483647 h 2"/>
              <a:gd name="T54" fmla="*/ 0 w 2"/>
              <a:gd name="T55" fmla="*/ 2147483647 h 2"/>
              <a:gd name="T56" fmla="*/ 0 w 2"/>
              <a:gd name="T57" fmla="*/ 2147483647 h 2"/>
              <a:gd name="T58" fmla="*/ 2147483647 w 2"/>
              <a:gd name="T59" fmla="*/ 2147483647 h 2"/>
              <a:gd name="T60" fmla="*/ 2147483647 w 2"/>
              <a:gd name="T61" fmla="*/ 2147483647 h 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2">
                <a:moveTo>
                  <a:pt x="2" y="2"/>
                </a:moveTo>
                <a:lnTo>
                  <a:pt x="2" y="0"/>
                </a:lnTo>
                <a:lnTo>
                  <a:pt x="0" y="0"/>
                </a:lnTo>
                <a:lnTo>
                  <a:pt x="0" y="2"/>
                </a:lnTo>
                <a:lnTo>
                  <a:pt x="2" y="2"/>
                </a:lnTo>
                <a:lnTo>
                  <a:pt x="2" y="0"/>
                </a:lnTo>
                <a:lnTo>
                  <a:pt x="0" y="2"/>
                </a:lnTo>
                <a:lnTo>
                  <a:pt x="2" y="2"/>
                </a:lnTo>
                <a:lnTo>
                  <a:pt x="2" y="0"/>
                </a:lnTo>
                <a:lnTo>
                  <a:pt x="0" y="2"/>
                </a:lnTo>
                <a:lnTo>
                  <a:pt x="2" y="2"/>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4" name="Freeform 1150"/>
          <p:cNvSpPr>
            <a:spLocks/>
          </p:cNvSpPr>
          <p:nvPr/>
        </p:nvSpPr>
        <p:spPr bwMode="auto">
          <a:xfrm>
            <a:off x="912286" y="447677"/>
            <a:ext cx="2116" cy="3175"/>
          </a:xfrm>
          <a:custGeom>
            <a:avLst/>
            <a:gdLst>
              <a:gd name="T0" fmla="*/ 0 w 1587"/>
              <a:gd name="T1" fmla="*/ 2147483647 h 2"/>
              <a:gd name="T2" fmla="*/ 0 w 1587"/>
              <a:gd name="T3" fmla="*/ 0 h 2"/>
              <a:gd name="T4" fmla="*/ 0 w 1587"/>
              <a:gd name="T5" fmla="*/ 2147483647 h 2"/>
              <a:gd name="T6" fmla="*/ 0 60000 65536"/>
              <a:gd name="T7" fmla="*/ 0 60000 65536"/>
              <a:gd name="T8" fmla="*/ 0 60000 65536"/>
            </a:gdLst>
            <a:ahLst/>
            <a:cxnLst>
              <a:cxn ang="T6">
                <a:pos x="T0" y="T1"/>
              </a:cxn>
              <a:cxn ang="T7">
                <a:pos x="T2" y="T3"/>
              </a:cxn>
              <a:cxn ang="T8">
                <a:pos x="T4" y="T5"/>
              </a:cxn>
            </a:cxnLst>
            <a:rect l="0" t="0" r="r" b="b"/>
            <a:pathLst>
              <a:path w="1587" h="2">
                <a:moveTo>
                  <a:pt x="0" y="2"/>
                </a:move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5" name="Freeform 1152"/>
          <p:cNvSpPr>
            <a:spLocks/>
          </p:cNvSpPr>
          <p:nvPr/>
        </p:nvSpPr>
        <p:spPr bwMode="auto">
          <a:xfrm>
            <a:off x="912286" y="447677"/>
            <a:ext cx="4233" cy="3175"/>
          </a:xfrm>
          <a:custGeom>
            <a:avLst/>
            <a:gdLst>
              <a:gd name="T0" fmla="*/ 2147483647 w 2"/>
              <a:gd name="T1" fmla="*/ 0 h 2"/>
              <a:gd name="T2" fmla="*/ 0 w 2"/>
              <a:gd name="T3" fmla="*/ 0 h 2"/>
              <a:gd name="T4" fmla="*/ 0 w 2"/>
              <a:gd name="T5" fmla="*/ 0 h 2"/>
              <a:gd name="T6" fmla="*/ 0 w 2"/>
              <a:gd name="T7" fmla="*/ 0 h 2"/>
              <a:gd name="T8" fmla="*/ 0 w 2"/>
              <a:gd name="T9" fmla="*/ 2147483647 h 2"/>
              <a:gd name="T10" fmla="*/ 2147483647 w 2"/>
              <a:gd name="T11" fmla="*/ 2147483647 h 2"/>
              <a:gd name="T12" fmla="*/ 2147483647 w 2"/>
              <a:gd name="T13" fmla="*/ 0 h 2"/>
              <a:gd name="T14" fmla="*/ 0 w 2"/>
              <a:gd name="T15" fmla="*/ 0 h 2"/>
              <a:gd name="T16" fmla="*/ 0 w 2"/>
              <a:gd name="T17" fmla="*/ 0 h 2"/>
              <a:gd name="T18" fmla="*/ 0 w 2"/>
              <a:gd name="T19" fmla="*/ 0 h 2"/>
              <a:gd name="T20" fmla="*/ 0 w 2"/>
              <a:gd name="T21" fmla="*/ 2147483647 h 2"/>
              <a:gd name="T22" fmla="*/ 2147483647 w 2"/>
              <a:gd name="T23" fmla="*/ 2147483647 h 2"/>
              <a:gd name="T24" fmla="*/ 2147483647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0" y="0"/>
                </a:lnTo>
                <a:lnTo>
                  <a:pt x="0" y="2"/>
                </a:lnTo>
                <a:lnTo>
                  <a:pt x="2" y="2"/>
                </a:lnTo>
                <a:lnTo>
                  <a:pt x="2" y="0"/>
                </a:lnTo>
                <a:lnTo>
                  <a:pt x="0" y="0"/>
                </a:lnTo>
                <a:lnTo>
                  <a:pt x="0" y="2"/>
                </a:lnTo>
                <a:lnTo>
                  <a:pt x="2"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6" name="Freeform 1154"/>
          <p:cNvSpPr>
            <a:spLocks/>
          </p:cNvSpPr>
          <p:nvPr/>
        </p:nvSpPr>
        <p:spPr bwMode="auto">
          <a:xfrm>
            <a:off x="886886" y="434975"/>
            <a:ext cx="4233" cy="1588"/>
          </a:xfrm>
          <a:custGeom>
            <a:avLst/>
            <a:gdLst>
              <a:gd name="T0" fmla="*/ 2147483647 w 2"/>
              <a:gd name="T1" fmla="*/ 0 h 1588"/>
              <a:gd name="T2" fmla="*/ 0 w 2"/>
              <a:gd name="T3" fmla="*/ 0 h 1588"/>
              <a:gd name="T4" fmla="*/ 2147483647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7" name="Freeform 1156"/>
          <p:cNvSpPr>
            <a:spLocks/>
          </p:cNvSpPr>
          <p:nvPr/>
        </p:nvSpPr>
        <p:spPr bwMode="auto">
          <a:xfrm>
            <a:off x="886886" y="431801"/>
            <a:ext cx="4233" cy="3175"/>
          </a:xfrm>
          <a:custGeom>
            <a:avLst/>
            <a:gdLst>
              <a:gd name="T0" fmla="*/ 2147483647 w 2"/>
              <a:gd name="T1" fmla="*/ 2147483647 h 2"/>
              <a:gd name="T2" fmla="*/ 0 w 2"/>
              <a:gd name="T3" fmla="*/ 0 h 2"/>
              <a:gd name="T4" fmla="*/ 0 w 2"/>
              <a:gd name="T5" fmla="*/ 0 h 2"/>
              <a:gd name="T6" fmla="*/ 0 w 2"/>
              <a:gd name="T7" fmla="*/ 2147483647 h 2"/>
              <a:gd name="T8" fmla="*/ 2147483647 w 2"/>
              <a:gd name="T9" fmla="*/ 2147483647 h 2"/>
              <a:gd name="T10" fmla="*/ 2147483647 w 2"/>
              <a:gd name="T11" fmla="*/ 2147483647 h 2"/>
              <a:gd name="T12" fmla="*/ 2147483647 w 2"/>
              <a:gd name="T13" fmla="*/ 2147483647 h 2"/>
              <a:gd name="T14" fmla="*/ 0 w 2"/>
              <a:gd name="T15" fmla="*/ 0 h 2"/>
              <a:gd name="T16" fmla="*/ 0 w 2"/>
              <a:gd name="T17" fmla="*/ 0 h 2"/>
              <a:gd name="T18" fmla="*/ 0 w 2"/>
              <a:gd name="T19" fmla="*/ 2147483647 h 2"/>
              <a:gd name="T20" fmla="*/ 2147483647 w 2"/>
              <a:gd name="T21" fmla="*/ 2147483647 h 2"/>
              <a:gd name="T22" fmla="*/ 2147483647 w 2"/>
              <a:gd name="T23" fmla="*/ 2147483647 h 2"/>
              <a:gd name="T24" fmla="*/ 2147483647 w 2"/>
              <a:gd name="T25" fmla="*/ 2147483647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2"/>
                </a:moveTo>
                <a:lnTo>
                  <a:pt x="0" y="0"/>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8" name="Freeform 1163"/>
          <p:cNvSpPr>
            <a:spLocks/>
          </p:cNvSpPr>
          <p:nvPr/>
        </p:nvSpPr>
        <p:spPr bwMode="auto">
          <a:xfrm>
            <a:off x="814917" y="415928"/>
            <a:ext cx="8467" cy="3175"/>
          </a:xfrm>
          <a:custGeom>
            <a:avLst/>
            <a:gdLst>
              <a:gd name="T0" fmla="*/ 2147483647 w 4"/>
              <a:gd name="T1" fmla="*/ 2147483647 h 2"/>
              <a:gd name="T2" fmla="*/ 2147483647 w 4"/>
              <a:gd name="T3" fmla="*/ 2147483647 h 2"/>
              <a:gd name="T4" fmla="*/ 2147483647 w 4"/>
              <a:gd name="T5" fmla="*/ 2147483647 h 2"/>
              <a:gd name="T6" fmla="*/ 2147483647 w 4"/>
              <a:gd name="T7" fmla="*/ 0 h 2"/>
              <a:gd name="T8" fmla="*/ 2147483647 w 4"/>
              <a:gd name="T9" fmla="*/ 0 h 2"/>
              <a:gd name="T10" fmla="*/ 2147483647 w 4"/>
              <a:gd name="T11" fmla="*/ 0 h 2"/>
              <a:gd name="T12" fmla="*/ 2147483647 w 4"/>
              <a:gd name="T13" fmla="*/ 0 h 2"/>
              <a:gd name="T14" fmla="*/ 0 w 4"/>
              <a:gd name="T15" fmla="*/ 2147483647 h 2"/>
              <a:gd name="T16" fmla="*/ 2147483647 w 4"/>
              <a:gd name="T17" fmla="*/ 2147483647 h 2"/>
              <a:gd name="T18" fmla="*/ 2147483647 w 4"/>
              <a:gd name="T19" fmla="*/ 0 h 2"/>
              <a:gd name="T20" fmla="*/ 2147483647 w 4"/>
              <a:gd name="T21" fmla="*/ 2147483647 h 2"/>
              <a:gd name="T22" fmla="*/ 2147483647 w 4"/>
              <a:gd name="T23" fmla="*/ 0 h 2"/>
              <a:gd name="T24" fmla="*/ 2147483647 w 4"/>
              <a:gd name="T25" fmla="*/ 0 h 2"/>
              <a:gd name="T26" fmla="*/ 2147483647 w 4"/>
              <a:gd name="T27" fmla="*/ 0 h 2"/>
              <a:gd name="T28" fmla="*/ 2147483647 w 4"/>
              <a:gd name="T29" fmla="*/ 0 h 2"/>
              <a:gd name="T30" fmla="*/ 0 w 4"/>
              <a:gd name="T31" fmla="*/ 0 h 2"/>
              <a:gd name="T32" fmla="*/ 2147483647 w 4"/>
              <a:gd name="T33" fmla="*/ 2147483647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 h="2">
                <a:moveTo>
                  <a:pt x="2" y="2"/>
                </a:moveTo>
                <a:lnTo>
                  <a:pt x="2" y="2"/>
                </a:lnTo>
                <a:lnTo>
                  <a:pt x="4" y="2"/>
                </a:lnTo>
                <a:lnTo>
                  <a:pt x="4" y="0"/>
                </a:lnTo>
                <a:lnTo>
                  <a:pt x="2" y="0"/>
                </a:lnTo>
                <a:lnTo>
                  <a:pt x="0" y="2"/>
                </a:lnTo>
                <a:lnTo>
                  <a:pt x="2" y="2"/>
                </a:lnTo>
                <a:lnTo>
                  <a:pt x="2" y="0"/>
                </a:lnTo>
                <a:lnTo>
                  <a:pt x="4" y="2"/>
                </a:lnTo>
                <a:lnTo>
                  <a:pt x="4" y="0"/>
                </a:lnTo>
                <a:lnTo>
                  <a:pt x="2" y="0"/>
                </a:lnTo>
                <a:lnTo>
                  <a:pt x="0" y="0"/>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19" name="Freeform 1172"/>
          <p:cNvSpPr>
            <a:spLocks/>
          </p:cNvSpPr>
          <p:nvPr/>
        </p:nvSpPr>
        <p:spPr bwMode="auto">
          <a:xfrm>
            <a:off x="776820" y="476253"/>
            <a:ext cx="4233" cy="3175"/>
          </a:xfrm>
          <a:custGeom>
            <a:avLst/>
            <a:gdLst>
              <a:gd name="T0" fmla="*/ 0 w 2"/>
              <a:gd name="T1" fmla="*/ 2147483647 h 2"/>
              <a:gd name="T2" fmla="*/ 0 w 2"/>
              <a:gd name="T3" fmla="*/ 2147483647 h 2"/>
              <a:gd name="T4" fmla="*/ 2147483647 w 2"/>
              <a:gd name="T5" fmla="*/ 2147483647 h 2"/>
              <a:gd name="T6" fmla="*/ 0 w 2"/>
              <a:gd name="T7" fmla="*/ 0 h 2"/>
              <a:gd name="T8" fmla="*/ 0 w 2"/>
              <a:gd name="T9" fmla="*/ 0 h 2"/>
              <a:gd name="T10" fmla="*/ 0 w 2"/>
              <a:gd name="T11" fmla="*/ 0 h 2"/>
              <a:gd name="T12" fmla="*/ 0 w 2"/>
              <a:gd name="T13" fmla="*/ 2147483647 h 2"/>
              <a:gd name="T14" fmla="*/ 0 w 2"/>
              <a:gd name="T15" fmla="*/ 2147483647 h 2"/>
              <a:gd name="T16" fmla="*/ 0 w 2"/>
              <a:gd name="T17" fmla="*/ 2147483647 h 2"/>
              <a:gd name="T18" fmla="*/ 0 w 2"/>
              <a:gd name="T19" fmla="*/ 2147483647 h 2"/>
              <a:gd name="T20" fmla="*/ 0 w 2"/>
              <a:gd name="T21" fmla="*/ 2147483647 h 2"/>
              <a:gd name="T22" fmla="*/ 0 w 2"/>
              <a:gd name="T23" fmla="*/ 2147483647 h 2"/>
              <a:gd name="T24" fmla="*/ 0 w 2"/>
              <a:gd name="T25" fmla="*/ 2147483647 h 2"/>
              <a:gd name="T26" fmla="*/ 0 w 2"/>
              <a:gd name="T27" fmla="*/ 2147483647 h 2"/>
              <a:gd name="T28" fmla="*/ 0 w 2"/>
              <a:gd name="T29" fmla="*/ 2147483647 h 2"/>
              <a:gd name="T30" fmla="*/ 0 w 2"/>
              <a:gd name="T31" fmla="*/ 2147483647 h 2"/>
              <a:gd name="T32" fmla="*/ 0 w 2"/>
              <a:gd name="T33" fmla="*/ 2147483647 h 2"/>
              <a:gd name="T34" fmla="*/ 0 w 2"/>
              <a:gd name="T35" fmla="*/ 2147483647 h 2"/>
              <a:gd name="T36" fmla="*/ 0 w 2"/>
              <a:gd name="T37" fmla="*/ 2147483647 h 2"/>
              <a:gd name="T38" fmla="*/ 0 w 2"/>
              <a:gd name="T39" fmla="*/ 2147483647 h 2"/>
              <a:gd name="T40" fmla="*/ 0 w 2"/>
              <a:gd name="T41" fmla="*/ 2147483647 h 2"/>
              <a:gd name="T42" fmla="*/ 0 w 2"/>
              <a:gd name="T43" fmla="*/ 2147483647 h 2"/>
              <a:gd name="T44" fmla="*/ 0 w 2"/>
              <a:gd name="T45" fmla="*/ 2147483647 h 2"/>
              <a:gd name="T46" fmla="*/ 0 w 2"/>
              <a:gd name="T47" fmla="*/ 2147483647 h 2"/>
              <a:gd name="T48" fmla="*/ 0 w 2"/>
              <a:gd name="T49" fmla="*/ 2147483647 h 2"/>
              <a:gd name="T50" fmla="*/ 0 w 2"/>
              <a:gd name="T51" fmla="*/ 2147483647 h 2"/>
              <a:gd name="T52" fmla="*/ 0 w 2"/>
              <a:gd name="T53" fmla="*/ 2147483647 h 2"/>
              <a:gd name="T54" fmla="*/ 0 w 2"/>
              <a:gd name="T55" fmla="*/ 2147483647 h 2"/>
              <a:gd name="T56" fmla="*/ 0 w 2"/>
              <a:gd name="T57" fmla="*/ 2147483647 h 2"/>
              <a:gd name="T58" fmla="*/ 0 w 2"/>
              <a:gd name="T59" fmla="*/ 2147483647 h 2"/>
              <a:gd name="T60" fmla="*/ 0 w 2"/>
              <a:gd name="T61" fmla="*/ 2147483647 h 2"/>
              <a:gd name="T62" fmla="*/ 0 w 2"/>
              <a:gd name="T63" fmla="*/ 2147483647 h 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2">
                <a:moveTo>
                  <a:pt x="0" y="2"/>
                </a:moveTo>
                <a:lnTo>
                  <a:pt x="0" y="2"/>
                </a:ln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0" name="Freeform 1177"/>
          <p:cNvSpPr>
            <a:spLocks/>
          </p:cNvSpPr>
          <p:nvPr/>
        </p:nvSpPr>
        <p:spPr bwMode="auto">
          <a:xfrm>
            <a:off x="742953" y="534991"/>
            <a:ext cx="4233" cy="3175"/>
          </a:xfrm>
          <a:custGeom>
            <a:avLst/>
            <a:gdLst>
              <a:gd name="T0" fmla="*/ 0 w 2"/>
              <a:gd name="T1" fmla="*/ 2147483647 h 2"/>
              <a:gd name="T2" fmla="*/ 2147483647 w 2"/>
              <a:gd name="T3" fmla="*/ 2147483647 h 2"/>
              <a:gd name="T4" fmla="*/ 2147483647 w 2"/>
              <a:gd name="T5" fmla="*/ 2147483647 h 2"/>
              <a:gd name="T6" fmla="*/ 2147483647 w 2"/>
              <a:gd name="T7" fmla="*/ 0 h 2"/>
              <a:gd name="T8" fmla="*/ 2147483647 w 2"/>
              <a:gd name="T9" fmla="*/ 0 h 2"/>
              <a:gd name="T10" fmla="*/ 2147483647 w 2"/>
              <a:gd name="T11" fmla="*/ 0 h 2"/>
              <a:gd name="T12" fmla="*/ 0 w 2"/>
              <a:gd name="T13" fmla="*/ 0 h 2"/>
              <a:gd name="T14" fmla="*/ 0 w 2"/>
              <a:gd name="T15" fmla="*/ 0 h 2"/>
              <a:gd name="T16" fmla="*/ 0 w 2"/>
              <a:gd name="T17" fmla="*/ 0 h 2"/>
              <a:gd name="T18" fmla="*/ 0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2147483647 h 2"/>
              <a:gd name="T40" fmla="*/ 0 w 2"/>
              <a:gd name="T41" fmla="*/ 2147483647 h 2"/>
              <a:gd name="T42" fmla="*/ 2147483647 w 2"/>
              <a:gd name="T43" fmla="*/ 2147483647 h 2"/>
              <a:gd name="T44" fmla="*/ 2147483647 w 2"/>
              <a:gd name="T45" fmla="*/ 0 h 2"/>
              <a:gd name="T46" fmla="*/ 2147483647 w 2"/>
              <a:gd name="T47" fmla="*/ 0 h 2"/>
              <a:gd name="T48" fmla="*/ 2147483647 w 2"/>
              <a:gd name="T49" fmla="*/ 0 h 2"/>
              <a:gd name="T50" fmla="*/ 2147483647 w 2"/>
              <a:gd name="T51" fmla="*/ 0 h 2"/>
              <a:gd name="T52" fmla="*/ 2147483647 w 2"/>
              <a:gd name="T53" fmla="*/ 0 h 2"/>
              <a:gd name="T54" fmla="*/ 2147483647 w 2"/>
              <a:gd name="T55" fmla="*/ 0 h 2"/>
              <a:gd name="T56" fmla="*/ 2147483647 w 2"/>
              <a:gd name="T57" fmla="*/ 0 h 2"/>
              <a:gd name="T58" fmla="*/ 2147483647 w 2"/>
              <a:gd name="T59" fmla="*/ 0 h 2"/>
              <a:gd name="T60" fmla="*/ 2147483647 w 2"/>
              <a:gd name="T61" fmla="*/ 0 h 2"/>
              <a:gd name="T62" fmla="*/ 2147483647 w 2"/>
              <a:gd name="T63" fmla="*/ 0 h 2"/>
              <a:gd name="T64" fmla="*/ 2147483647 w 2"/>
              <a:gd name="T65" fmla="*/ 0 h 2"/>
              <a:gd name="T66" fmla="*/ 2147483647 w 2"/>
              <a:gd name="T67" fmla="*/ 2147483647 h 2"/>
              <a:gd name="T68" fmla="*/ 2147483647 w 2"/>
              <a:gd name="T69" fmla="*/ 0 h 2"/>
              <a:gd name="T70" fmla="*/ 2147483647 w 2"/>
              <a:gd name="T71" fmla="*/ 0 h 2"/>
              <a:gd name="T72" fmla="*/ 0 w 2"/>
              <a:gd name="T73" fmla="*/ 0 h 2"/>
              <a:gd name="T74" fmla="*/ 0 w 2"/>
              <a:gd name="T75" fmla="*/ 0 h 2"/>
              <a:gd name="T76" fmla="*/ 0 w 2"/>
              <a:gd name="T77" fmla="*/ 2147483647 h 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 h="2">
                <a:moveTo>
                  <a:pt x="0" y="2"/>
                </a:moveTo>
                <a:lnTo>
                  <a:pt x="2" y="2"/>
                </a:lnTo>
                <a:lnTo>
                  <a:pt x="2" y="0"/>
                </a:lnTo>
                <a:lnTo>
                  <a:pt x="0" y="0"/>
                </a:lnTo>
                <a:lnTo>
                  <a:pt x="0" y="2"/>
                </a:lnTo>
                <a:lnTo>
                  <a:pt x="2" y="2"/>
                </a:lnTo>
                <a:lnTo>
                  <a:pt x="2" y="0"/>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1" name="Freeform 1180"/>
          <p:cNvSpPr>
            <a:spLocks/>
          </p:cNvSpPr>
          <p:nvPr/>
        </p:nvSpPr>
        <p:spPr bwMode="auto">
          <a:xfrm>
            <a:off x="747186" y="530228"/>
            <a:ext cx="4233" cy="4763"/>
          </a:xfrm>
          <a:custGeom>
            <a:avLst/>
            <a:gdLst>
              <a:gd name="T0" fmla="*/ 0 w 2"/>
              <a:gd name="T1" fmla="*/ 2147483647 h 3"/>
              <a:gd name="T2" fmla="*/ 0 w 2"/>
              <a:gd name="T3" fmla="*/ 2147483647 h 3"/>
              <a:gd name="T4" fmla="*/ 2147483647 w 2"/>
              <a:gd name="T5" fmla="*/ 2147483647 h 3"/>
              <a:gd name="T6" fmla="*/ 2147483647 w 2"/>
              <a:gd name="T7" fmla="*/ 2147483647 h 3"/>
              <a:gd name="T8" fmla="*/ 0 w 2"/>
              <a:gd name="T9" fmla="*/ 0 h 3"/>
              <a:gd name="T10" fmla="*/ 0 w 2"/>
              <a:gd name="T11" fmla="*/ 0 h 3"/>
              <a:gd name="T12" fmla="*/ 0 w 2"/>
              <a:gd name="T13" fmla="*/ 0 h 3"/>
              <a:gd name="T14" fmla="*/ 0 w 2"/>
              <a:gd name="T15" fmla="*/ 2147483647 h 3"/>
              <a:gd name="T16" fmla="*/ 0 w 2"/>
              <a:gd name="T17" fmla="*/ 2147483647 h 3"/>
              <a:gd name="T18" fmla="*/ 0 w 2"/>
              <a:gd name="T19" fmla="*/ 2147483647 h 3"/>
              <a:gd name="T20" fmla="*/ 0 w 2"/>
              <a:gd name="T21" fmla="*/ 2147483647 h 3"/>
              <a:gd name="T22" fmla="*/ 0 w 2"/>
              <a:gd name="T23" fmla="*/ 0 h 3"/>
              <a:gd name="T24" fmla="*/ 0 w 2"/>
              <a:gd name="T25" fmla="*/ 2147483647 h 3"/>
              <a:gd name="T26" fmla="*/ 0 w 2"/>
              <a:gd name="T27" fmla="*/ 2147483647 h 3"/>
              <a:gd name="T28" fmla="*/ 0 w 2"/>
              <a:gd name="T29" fmla="*/ 2147483647 h 3"/>
              <a:gd name="T30" fmla="*/ 0 w 2"/>
              <a:gd name="T31" fmla="*/ 2147483647 h 3"/>
              <a:gd name="T32" fmla="*/ 0 w 2"/>
              <a:gd name="T33" fmla="*/ 2147483647 h 3"/>
              <a:gd name="T34" fmla="*/ 0 w 2"/>
              <a:gd name="T35" fmla="*/ 2147483647 h 3"/>
              <a:gd name="T36" fmla="*/ 0 w 2"/>
              <a:gd name="T37" fmla="*/ 2147483647 h 3"/>
              <a:gd name="T38" fmla="*/ 0 w 2"/>
              <a:gd name="T39" fmla="*/ 2147483647 h 3"/>
              <a:gd name="T40" fmla="*/ 0 w 2"/>
              <a:gd name="T41" fmla="*/ 2147483647 h 3"/>
              <a:gd name="T42" fmla="*/ 0 w 2"/>
              <a:gd name="T43" fmla="*/ 2147483647 h 3"/>
              <a:gd name="T44" fmla="*/ 0 w 2"/>
              <a:gd name="T45" fmla="*/ 2147483647 h 3"/>
              <a:gd name="T46" fmla="*/ 0 w 2"/>
              <a:gd name="T47" fmla="*/ 2147483647 h 3"/>
              <a:gd name="T48" fmla="*/ 0 w 2"/>
              <a:gd name="T49" fmla="*/ 2147483647 h 3"/>
              <a:gd name="T50" fmla="*/ 0 w 2"/>
              <a:gd name="T51" fmla="*/ 2147483647 h 3"/>
              <a:gd name="T52" fmla="*/ 0 w 2"/>
              <a:gd name="T53" fmla="*/ 2147483647 h 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 h="3">
                <a:moveTo>
                  <a:pt x="0" y="3"/>
                </a:moveTo>
                <a:lnTo>
                  <a:pt x="0" y="3"/>
                </a:lnTo>
                <a:lnTo>
                  <a:pt x="2" y="3"/>
                </a:lnTo>
                <a:lnTo>
                  <a:pt x="0" y="0"/>
                </a:lnTo>
                <a:lnTo>
                  <a:pt x="0" y="3"/>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2" name="Line 1187"/>
          <p:cNvSpPr>
            <a:spLocks noChangeShapeType="1"/>
          </p:cNvSpPr>
          <p:nvPr/>
        </p:nvSpPr>
        <p:spPr bwMode="auto">
          <a:xfrm>
            <a:off x="759886"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3" name="Line 1188"/>
          <p:cNvSpPr>
            <a:spLocks noChangeShapeType="1"/>
          </p:cNvSpPr>
          <p:nvPr/>
        </p:nvSpPr>
        <p:spPr bwMode="auto">
          <a:xfrm>
            <a:off x="759886" y="52070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4" name="Freeform 1208"/>
          <p:cNvSpPr>
            <a:spLocks/>
          </p:cNvSpPr>
          <p:nvPr/>
        </p:nvSpPr>
        <p:spPr bwMode="auto">
          <a:xfrm>
            <a:off x="793751" y="557216"/>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5" name="Freeform 1210"/>
          <p:cNvSpPr>
            <a:spLocks/>
          </p:cNvSpPr>
          <p:nvPr/>
        </p:nvSpPr>
        <p:spPr bwMode="auto">
          <a:xfrm>
            <a:off x="793753" y="557216"/>
            <a:ext cx="4233" cy="3175"/>
          </a:xfrm>
          <a:custGeom>
            <a:avLst/>
            <a:gdLst>
              <a:gd name="T0" fmla="*/ 0 w 2"/>
              <a:gd name="T1" fmla="*/ 2147483647 h 2"/>
              <a:gd name="T2" fmla="*/ 0 w 2"/>
              <a:gd name="T3" fmla="*/ 2147483647 h 2"/>
              <a:gd name="T4" fmla="*/ 2147483647 w 2"/>
              <a:gd name="T5" fmla="*/ 2147483647 h 2"/>
              <a:gd name="T6" fmla="*/ 2147483647 w 2"/>
              <a:gd name="T7" fmla="*/ 0 h 2"/>
              <a:gd name="T8" fmla="*/ 2147483647 w 2"/>
              <a:gd name="T9" fmla="*/ 0 h 2"/>
              <a:gd name="T10" fmla="*/ 0 w 2"/>
              <a:gd name="T11" fmla="*/ 0 h 2"/>
              <a:gd name="T12" fmla="*/ 0 w 2"/>
              <a:gd name="T13" fmla="*/ 0 h 2"/>
              <a:gd name="T14" fmla="*/ 0 w 2"/>
              <a:gd name="T15" fmla="*/ 0 h 2"/>
              <a:gd name="T16" fmla="*/ 0 w 2"/>
              <a:gd name="T17" fmla="*/ 2147483647 h 2"/>
              <a:gd name="T18" fmla="*/ 0 w 2"/>
              <a:gd name="T19" fmla="*/ 2147483647 h 2"/>
              <a:gd name="T20" fmla="*/ 2147483647 w 2"/>
              <a:gd name="T21" fmla="*/ 2147483647 h 2"/>
              <a:gd name="T22" fmla="*/ 2147483647 w 2"/>
              <a:gd name="T23" fmla="*/ 0 h 2"/>
              <a:gd name="T24" fmla="*/ 2147483647 w 2"/>
              <a:gd name="T25" fmla="*/ 0 h 2"/>
              <a:gd name="T26" fmla="*/ 0 w 2"/>
              <a:gd name="T27" fmla="*/ 0 h 2"/>
              <a:gd name="T28" fmla="*/ 0 w 2"/>
              <a:gd name="T29" fmla="*/ 0 h 2"/>
              <a:gd name="T30" fmla="*/ 0 w 2"/>
              <a:gd name="T31" fmla="*/ 0 h 2"/>
              <a:gd name="T32" fmla="*/ 0 w 2"/>
              <a:gd name="T33" fmla="*/ 2147483647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2"/>
                </a:moveTo>
                <a:lnTo>
                  <a:pt x="0" y="2"/>
                </a:lnTo>
                <a:lnTo>
                  <a:pt x="2" y="2"/>
                </a:lnTo>
                <a:lnTo>
                  <a:pt x="2" y="0"/>
                </a:lnTo>
                <a:lnTo>
                  <a:pt x="0" y="0"/>
                </a:lnTo>
                <a:lnTo>
                  <a:pt x="0" y="2"/>
                </a:lnTo>
                <a:lnTo>
                  <a:pt x="2"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6" name="Freeform 1214"/>
          <p:cNvSpPr>
            <a:spLocks/>
          </p:cNvSpPr>
          <p:nvPr/>
        </p:nvSpPr>
        <p:spPr bwMode="auto">
          <a:xfrm>
            <a:off x="793753" y="557216"/>
            <a:ext cx="4233" cy="3175"/>
          </a:xfrm>
          <a:custGeom>
            <a:avLst/>
            <a:gdLst>
              <a:gd name="T0" fmla="*/ 0 w 2"/>
              <a:gd name="T1" fmla="*/ 2147483647 h 2"/>
              <a:gd name="T2" fmla="*/ 2147483647 w 2"/>
              <a:gd name="T3" fmla="*/ 2147483647 h 2"/>
              <a:gd name="T4" fmla="*/ 0 w 2"/>
              <a:gd name="T5" fmla="*/ 0 h 2"/>
              <a:gd name="T6" fmla="*/ 0 w 2"/>
              <a:gd name="T7" fmla="*/ 2147483647 h 2"/>
              <a:gd name="T8" fmla="*/ 0 w 2"/>
              <a:gd name="T9" fmla="*/ 2147483647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2">
                <a:moveTo>
                  <a:pt x="0" y="2"/>
                </a:moveTo>
                <a:lnTo>
                  <a:pt x="2"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7" name="Rectangle 1215"/>
          <p:cNvSpPr>
            <a:spLocks noChangeArrowheads="1"/>
          </p:cNvSpPr>
          <p:nvPr/>
        </p:nvSpPr>
        <p:spPr bwMode="auto">
          <a:xfrm>
            <a:off x="793751" y="627066"/>
            <a:ext cx="2116" cy="1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28" name="Freeform 1217"/>
          <p:cNvSpPr>
            <a:spLocks/>
          </p:cNvSpPr>
          <p:nvPr/>
        </p:nvSpPr>
        <p:spPr bwMode="auto">
          <a:xfrm>
            <a:off x="793751" y="627066"/>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9" name="Freeform 1219"/>
          <p:cNvSpPr>
            <a:spLocks/>
          </p:cNvSpPr>
          <p:nvPr/>
        </p:nvSpPr>
        <p:spPr bwMode="auto">
          <a:xfrm>
            <a:off x="975786" y="541341"/>
            <a:ext cx="2116" cy="1587"/>
          </a:xfrm>
          <a:custGeom>
            <a:avLst/>
            <a:gdLst>
              <a:gd name="T0" fmla="*/ 0 w 1587"/>
              <a:gd name="T1" fmla="*/ 0 h 1587"/>
              <a:gd name="T2" fmla="*/ 0 w 1587"/>
              <a:gd name="T3" fmla="*/ 0 h 1587"/>
              <a:gd name="T4" fmla="*/ 0 w 1587"/>
              <a:gd name="T5" fmla="*/ 0 h 1587"/>
              <a:gd name="T6" fmla="*/ 0 60000 65536"/>
              <a:gd name="T7" fmla="*/ 0 60000 65536"/>
              <a:gd name="T8" fmla="*/ 0 60000 65536"/>
            </a:gdLst>
            <a:ahLst/>
            <a:cxnLst>
              <a:cxn ang="T6">
                <a:pos x="T0" y="T1"/>
              </a:cxn>
              <a:cxn ang="T7">
                <a:pos x="T2" y="T3"/>
              </a:cxn>
              <a:cxn ang="T8">
                <a:pos x="T4" y="T5"/>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0" name="Freeform 1221"/>
          <p:cNvSpPr>
            <a:spLocks/>
          </p:cNvSpPr>
          <p:nvPr/>
        </p:nvSpPr>
        <p:spPr bwMode="auto">
          <a:xfrm>
            <a:off x="975786" y="541341"/>
            <a:ext cx="4233" cy="3175"/>
          </a:xfrm>
          <a:custGeom>
            <a:avLst/>
            <a:gdLst>
              <a:gd name="T0" fmla="*/ 2147483647 w 2"/>
              <a:gd name="T1" fmla="*/ 0 h 2"/>
              <a:gd name="T2" fmla="*/ 2147483647 w 2"/>
              <a:gd name="T3" fmla="*/ 0 h 2"/>
              <a:gd name="T4" fmla="*/ 2147483647 w 2"/>
              <a:gd name="T5" fmla="*/ 0 h 2"/>
              <a:gd name="T6" fmla="*/ 0 w 2"/>
              <a:gd name="T7" fmla="*/ 0 h 2"/>
              <a:gd name="T8" fmla="*/ 0 w 2"/>
              <a:gd name="T9" fmla="*/ 0 h 2"/>
              <a:gd name="T10" fmla="*/ 0 w 2"/>
              <a:gd name="T11" fmla="*/ 2147483647 h 2"/>
              <a:gd name="T12" fmla="*/ 2147483647 w 2"/>
              <a:gd name="T13" fmla="*/ 0 h 2"/>
              <a:gd name="T14" fmla="*/ 2147483647 w 2"/>
              <a:gd name="T15" fmla="*/ 0 h 2"/>
              <a:gd name="T16" fmla="*/ 2147483647 w 2"/>
              <a:gd name="T17" fmla="*/ 0 h 2"/>
              <a:gd name="T18" fmla="*/ 0 w 2"/>
              <a:gd name="T19" fmla="*/ 0 h 2"/>
              <a:gd name="T20" fmla="*/ 0 w 2"/>
              <a:gd name="T21" fmla="*/ 0 h 2"/>
              <a:gd name="T22" fmla="*/ 0 w 2"/>
              <a:gd name="T23" fmla="*/ 2147483647 h 2"/>
              <a:gd name="T24" fmla="*/ 2147483647 w 2"/>
              <a:gd name="T25" fmla="*/ 0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2">
                <a:moveTo>
                  <a:pt x="2" y="0"/>
                </a:moveTo>
                <a:lnTo>
                  <a:pt x="2" y="0"/>
                </a:lnTo>
                <a:lnTo>
                  <a:pt x="0" y="0"/>
                </a:lnTo>
                <a:lnTo>
                  <a:pt x="0" y="2"/>
                </a:lnTo>
                <a:lnTo>
                  <a:pt x="2" y="0"/>
                </a:lnTo>
                <a:lnTo>
                  <a:pt x="0" y="0"/>
                </a:lnTo>
                <a:lnTo>
                  <a:pt x="0" y="2"/>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1" name="Freeform 1234"/>
          <p:cNvSpPr>
            <a:spLocks/>
          </p:cNvSpPr>
          <p:nvPr/>
        </p:nvSpPr>
        <p:spPr bwMode="auto">
          <a:xfrm>
            <a:off x="963086" y="550866"/>
            <a:ext cx="4233" cy="1587"/>
          </a:xfrm>
          <a:custGeom>
            <a:avLst/>
            <a:gdLst>
              <a:gd name="T0" fmla="*/ 0 w 2"/>
              <a:gd name="T1" fmla="*/ 0 h 1587"/>
              <a:gd name="T2" fmla="*/ 0 w 2"/>
              <a:gd name="T3" fmla="*/ 0 h 1587"/>
              <a:gd name="T4" fmla="*/ 2147483647 w 2"/>
              <a:gd name="T5" fmla="*/ 0 h 1587"/>
              <a:gd name="T6" fmla="*/ 2147483647 w 2"/>
              <a:gd name="T7" fmla="*/ 0 h 1587"/>
              <a:gd name="T8" fmla="*/ 2147483647 w 2"/>
              <a:gd name="T9" fmla="*/ 0 h 1587"/>
              <a:gd name="T10" fmla="*/ 2147483647 w 2"/>
              <a:gd name="T11" fmla="*/ 0 h 1587"/>
              <a:gd name="T12" fmla="*/ 0 w 2"/>
              <a:gd name="T13" fmla="*/ 0 h 1587"/>
              <a:gd name="T14" fmla="*/ 0 w 2"/>
              <a:gd name="T15" fmla="*/ 0 h 1587"/>
              <a:gd name="T16" fmla="*/ 0 w 2"/>
              <a:gd name="T17" fmla="*/ 0 h 1587"/>
              <a:gd name="T18" fmla="*/ 0 w 2"/>
              <a:gd name="T19" fmla="*/ 0 h 1587"/>
              <a:gd name="T20" fmla="*/ 0 w 2"/>
              <a:gd name="T21" fmla="*/ 0 h 1587"/>
              <a:gd name="T22" fmla="*/ 0 w 2"/>
              <a:gd name="T23" fmla="*/ 0 h 1587"/>
              <a:gd name="T24" fmla="*/ 2147483647 w 2"/>
              <a:gd name="T25" fmla="*/ 0 h 1587"/>
              <a:gd name="T26" fmla="*/ 2147483647 w 2"/>
              <a:gd name="T27" fmla="*/ 0 h 1587"/>
              <a:gd name="T28" fmla="*/ 2147483647 w 2"/>
              <a:gd name="T29" fmla="*/ 0 h 1587"/>
              <a:gd name="T30" fmla="*/ 0 w 2"/>
              <a:gd name="T31" fmla="*/ 0 h 1587"/>
              <a:gd name="T32" fmla="*/ 0 w 2"/>
              <a:gd name="T33" fmla="*/ 0 h 1587"/>
              <a:gd name="T34" fmla="*/ 2147483647 w 2"/>
              <a:gd name="T35" fmla="*/ 0 h 1587"/>
              <a:gd name="T36" fmla="*/ 0 w 2"/>
              <a:gd name="T37" fmla="*/ 0 h 1587"/>
              <a:gd name="T38" fmla="*/ 0 w 2"/>
              <a:gd name="T39" fmla="*/ 0 h 1587"/>
              <a:gd name="T40" fmla="*/ 0 w 2"/>
              <a:gd name="T41" fmla="*/ 0 h 1587"/>
              <a:gd name="T42" fmla="*/ 0 w 2"/>
              <a:gd name="T43" fmla="*/ 0 h 1587"/>
              <a:gd name="T44" fmla="*/ 0 w 2"/>
              <a:gd name="T45" fmla="*/ 0 h 1587"/>
              <a:gd name="T46" fmla="*/ 0 w 2"/>
              <a:gd name="T47" fmla="*/ 0 h 1587"/>
              <a:gd name="T48" fmla="*/ 0 w 2"/>
              <a:gd name="T49" fmla="*/ 0 h 1587"/>
              <a:gd name="T50" fmla="*/ 0 w 2"/>
              <a:gd name="T51" fmla="*/ 0 h 1587"/>
              <a:gd name="T52" fmla="*/ 0 w 2"/>
              <a:gd name="T53" fmla="*/ 0 h 1587"/>
              <a:gd name="T54" fmla="*/ 0 w 2"/>
              <a:gd name="T55" fmla="*/ 0 h 1587"/>
              <a:gd name="T56" fmla="*/ 0 w 2"/>
              <a:gd name="T57" fmla="*/ 0 h 1587"/>
              <a:gd name="T58" fmla="*/ 0 w 2"/>
              <a:gd name="T59" fmla="*/ 0 h 1587"/>
              <a:gd name="T60" fmla="*/ 0 w 2"/>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 h="1587">
                <a:moveTo>
                  <a:pt x="0" y="0"/>
                </a:moveTo>
                <a:lnTo>
                  <a:pt x="0" y="0"/>
                </a:lnTo>
                <a:lnTo>
                  <a:pt x="2" y="0"/>
                </a:lnTo>
                <a:lnTo>
                  <a:pt x="0" y="0"/>
                </a:ln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2" name="Line 1237"/>
          <p:cNvSpPr>
            <a:spLocks noChangeShapeType="1"/>
          </p:cNvSpPr>
          <p:nvPr/>
        </p:nvSpPr>
        <p:spPr bwMode="auto">
          <a:xfrm>
            <a:off x="971551" y="544516"/>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3" name="Line 1238"/>
          <p:cNvSpPr>
            <a:spLocks noChangeShapeType="1"/>
          </p:cNvSpPr>
          <p:nvPr/>
        </p:nvSpPr>
        <p:spPr bwMode="auto">
          <a:xfrm>
            <a:off x="971551" y="544516"/>
            <a:ext cx="2116"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4" name="Freeform 1240"/>
          <p:cNvSpPr>
            <a:spLocks/>
          </p:cNvSpPr>
          <p:nvPr/>
        </p:nvSpPr>
        <p:spPr bwMode="auto">
          <a:xfrm>
            <a:off x="971551" y="541341"/>
            <a:ext cx="2116" cy="3175"/>
          </a:xfrm>
          <a:custGeom>
            <a:avLst/>
            <a:gdLst>
              <a:gd name="T0" fmla="*/ 0 w 1587"/>
              <a:gd name="T1" fmla="*/ 2147483647 h 2"/>
              <a:gd name="T2" fmla="*/ 0 w 1587"/>
              <a:gd name="T3" fmla="*/ 2147483647 h 2"/>
              <a:gd name="T4" fmla="*/ 0 w 1587"/>
              <a:gd name="T5" fmla="*/ 0 h 2"/>
              <a:gd name="T6" fmla="*/ 0 w 1587"/>
              <a:gd name="T7" fmla="*/ 2147483647 h 2"/>
              <a:gd name="T8" fmla="*/ 0 w 1587"/>
              <a:gd name="T9" fmla="*/ 2147483647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5" name="Freeform 1243"/>
          <p:cNvSpPr>
            <a:spLocks/>
          </p:cNvSpPr>
          <p:nvPr/>
        </p:nvSpPr>
        <p:spPr bwMode="auto">
          <a:xfrm>
            <a:off x="971553" y="538166"/>
            <a:ext cx="4233" cy="3175"/>
          </a:xfrm>
          <a:custGeom>
            <a:avLst/>
            <a:gdLst>
              <a:gd name="T0" fmla="*/ 2147483647 w 2"/>
              <a:gd name="T1" fmla="*/ 2147483647 h 2"/>
              <a:gd name="T2" fmla="*/ 2147483647 w 2"/>
              <a:gd name="T3" fmla="*/ 2147483647 h 2"/>
              <a:gd name="T4" fmla="*/ 2147483647 w 2"/>
              <a:gd name="T5" fmla="*/ 2147483647 h 2"/>
              <a:gd name="T6" fmla="*/ 2147483647 w 2"/>
              <a:gd name="T7" fmla="*/ 2147483647 h 2"/>
              <a:gd name="T8" fmla="*/ 0 w 2"/>
              <a:gd name="T9" fmla="*/ 2147483647 h 2"/>
              <a:gd name="T10" fmla="*/ 0 w 2"/>
              <a:gd name="T11" fmla="*/ 2147483647 h 2"/>
              <a:gd name="T12" fmla="*/ 2147483647 w 2"/>
              <a:gd name="T13" fmla="*/ 2147483647 h 2"/>
              <a:gd name="T14" fmla="*/ 0 w 2"/>
              <a:gd name="T15" fmla="*/ 2147483647 h 2"/>
              <a:gd name="T16" fmla="*/ 0 w 2"/>
              <a:gd name="T17" fmla="*/ 2147483647 h 2"/>
              <a:gd name="T18" fmla="*/ 0 w 2"/>
              <a:gd name="T19" fmla="*/ 2147483647 h 2"/>
              <a:gd name="T20" fmla="*/ 0 w 2"/>
              <a:gd name="T21" fmla="*/ 2147483647 h 2"/>
              <a:gd name="T22" fmla="*/ 0 w 2"/>
              <a:gd name="T23" fmla="*/ 2147483647 h 2"/>
              <a:gd name="T24" fmla="*/ 0 w 2"/>
              <a:gd name="T25" fmla="*/ 2147483647 h 2"/>
              <a:gd name="T26" fmla="*/ 0 w 2"/>
              <a:gd name="T27" fmla="*/ 2147483647 h 2"/>
              <a:gd name="T28" fmla="*/ 0 w 2"/>
              <a:gd name="T29" fmla="*/ 2147483647 h 2"/>
              <a:gd name="T30" fmla="*/ 0 w 2"/>
              <a:gd name="T31" fmla="*/ 2147483647 h 2"/>
              <a:gd name="T32" fmla="*/ 0 w 2"/>
              <a:gd name="T33" fmla="*/ 2147483647 h 2"/>
              <a:gd name="T34" fmla="*/ 0 w 2"/>
              <a:gd name="T35" fmla="*/ 2147483647 h 2"/>
              <a:gd name="T36" fmla="*/ 0 w 2"/>
              <a:gd name="T37" fmla="*/ 2147483647 h 2"/>
              <a:gd name="T38" fmla="*/ 2147483647 w 2"/>
              <a:gd name="T39" fmla="*/ 2147483647 h 2"/>
              <a:gd name="T40" fmla="*/ 2147483647 w 2"/>
              <a:gd name="T41" fmla="*/ 2147483647 h 2"/>
              <a:gd name="T42" fmla="*/ 2147483647 w 2"/>
              <a:gd name="T43" fmla="*/ 2147483647 h 2"/>
              <a:gd name="T44" fmla="*/ 2147483647 w 2"/>
              <a:gd name="T45" fmla="*/ 2147483647 h 2"/>
              <a:gd name="T46" fmla="*/ 2147483647 w 2"/>
              <a:gd name="T47" fmla="*/ 2147483647 h 2"/>
              <a:gd name="T48" fmla="*/ 0 w 2"/>
              <a:gd name="T49" fmla="*/ 0 h 2"/>
              <a:gd name="T50" fmla="*/ 0 w 2"/>
              <a:gd name="T51" fmla="*/ 2147483647 h 2"/>
              <a:gd name="T52" fmla="*/ 0 w 2"/>
              <a:gd name="T53" fmla="*/ 2147483647 h 2"/>
              <a:gd name="T54" fmla="*/ 0 w 2"/>
              <a:gd name="T55" fmla="*/ 2147483647 h 2"/>
              <a:gd name="T56" fmla="*/ 2147483647 w 2"/>
              <a:gd name="T57" fmla="*/ 2147483647 h 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 h="2">
                <a:moveTo>
                  <a:pt x="2" y="2"/>
                </a:moveTo>
                <a:lnTo>
                  <a:pt x="2" y="2"/>
                </a:lnTo>
                <a:lnTo>
                  <a:pt x="0" y="2"/>
                </a:lnTo>
                <a:lnTo>
                  <a:pt x="2" y="2"/>
                </a:lnTo>
                <a:lnTo>
                  <a:pt x="0" y="2"/>
                </a:lnTo>
                <a:lnTo>
                  <a:pt x="2" y="2"/>
                </a:lnTo>
                <a:lnTo>
                  <a:pt x="0" y="0"/>
                </a:lnTo>
                <a:lnTo>
                  <a:pt x="0" y="2"/>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6" name="Freeform 1246"/>
          <p:cNvSpPr>
            <a:spLocks/>
          </p:cNvSpPr>
          <p:nvPr/>
        </p:nvSpPr>
        <p:spPr bwMode="auto">
          <a:xfrm>
            <a:off x="967320" y="547691"/>
            <a:ext cx="4233" cy="3175"/>
          </a:xfrm>
          <a:custGeom>
            <a:avLst/>
            <a:gdLst>
              <a:gd name="T0" fmla="*/ 0 w 2"/>
              <a:gd name="T1" fmla="*/ 2147483647 h 2"/>
              <a:gd name="T2" fmla="*/ 0 w 2"/>
              <a:gd name="T3" fmla="*/ 2147483647 h 2"/>
              <a:gd name="T4" fmla="*/ 2147483647 w 2"/>
              <a:gd name="T5" fmla="*/ 0 h 2"/>
              <a:gd name="T6" fmla="*/ 2147483647 w 2"/>
              <a:gd name="T7" fmla="*/ 0 h 2"/>
              <a:gd name="T8" fmla="*/ 0 w 2"/>
              <a:gd name="T9" fmla="*/ 0 h 2"/>
              <a:gd name="T10" fmla="*/ 0 w 2"/>
              <a:gd name="T11" fmla="*/ 0 h 2"/>
              <a:gd name="T12" fmla="*/ 0 w 2"/>
              <a:gd name="T13" fmla="*/ 2147483647 h 2"/>
              <a:gd name="T14" fmla="*/ 0 w 2"/>
              <a:gd name="T15" fmla="*/ 2147483647 h 2"/>
              <a:gd name="T16" fmla="*/ 2147483647 w 2"/>
              <a:gd name="T17" fmla="*/ 0 h 2"/>
              <a:gd name="T18" fmla="*/ 2147483647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w 2"/>
              <a:gd name="T37" fmla="*/ 0 h 2"/>
              <a:gd name="T38" fmla="*/ 0 w 2"/>
              <a:gd name="T39" fmla="*/ 0 h 2"/>
              <a:gd name="T40" fmla="*/ 0 w 2"/>
              <a:gd name="T41" fmla="*/ 0 h 2"/>
              <a:gd name="T42" fmla="*/ 0 w 2"/>
              <a:gd name="T43" fmla="*/ 0 h 2"/>
              <a:gd name="T44" fmla="*/ 0 w 2"/>
              <a:gd name="T45" fmla="*/ 0 h 2"/>
              <a:gd name="T46" fmla="*/ 0 w 2"/>
              <a:gd name="T47" fmla="*/ 2147483647 h 2"/>
              <a:gd name="T48" fmla="*/ 0 w 2"/>
              <a:gd name="T49" fmla="*/ 2147483647 h 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 h="2">
                <a:moveTo>
                  <a:pt x="0" y="2"/>
                </a:moveTo>
                <a:lnTo>
                  <a:pt x="0" y="2"/>
                </a:lnTo>
                <a:lnTo>
                  <a:pt x="2" y="0"/>
                </a:lnTo>
                <a:lnTo>
                  <a:pt x="0" y="0"/>
                </a:lnTo>
                <a:lnTo>
                  <a:pt x="0" y="2"/>
                </a:lnTo>
                <a:lnTo>
                  <a:pt x="2" y="0"/>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7" name="Freeform 1250"/>
          <p:cNvSpPr>
            <a:spLocks/>
          </p:cNvSpPr>
          <p:nvPr/>
        </p:nvSpPr>
        <p:spPr bwMode="auto">
          <a:xfrm>
            <a:off x="975786" y="530225"/>
            <a:ext cx="4233" cy="1588"/>
          </a:xfrm>
          <a:custGeom>
            <a:avLst/>
            <a:gdLst>
              <a:gd name="T0" fmla="*/ 2147483647 w 2"/>
              <a:gd name="T1" fmla="*/ 0 h 1588"/>
              <a:gd name="T2" fmla="*/ 0 w 2"/>
              <a:gd name="T3" fmla="*/ 0 h 1588"/>
              <a:gd name="T4" fmla="*/ 2147483647 w 2"/>
              <a:gd name="T5" fmla="*/ 0 h 1588"/>
              <a:gd name="T6" fmla="*/ 0 60000 65536"/>
              <a:gd name="T7" fmla="*/ 0 60000 65536"/>
              <a:gd name="T8" fmla="*/ 0 60000 65536"/>
            </a:gdLst>
            <a:ahLst/>
            <a:cxnLst>
              <a:cxn ang="T6">
                <a:pos x="T0" y="T1"/>
              </a:cxn>
              <a:cxn ang="T7">
                <a:pos x="T2" y="T3"/>
              </a:cxn>
              <a:cxn ang="T8">
                <a:pos x="T4" y="T5"/>
              </a:cxn>
            </a:cxnLst>
            <a:rect l="0" t="0" r="r" b="b"/>
            <a:pathLst>
              <a:path w="2" h="1588">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8" name="Freeform 1252"/>
          <p:cNvSpPr>
            <a:spLocks/>
          </p:cNvSpPr>
          <p:nvPr/>
        </p:nvSpPr>
        <p:spPr bwMode="auto">
          <a:xfrm>
            <a:off x="975786" y="527050"/>
            <a:ext cx="4233" cy="7938"/>
          </a:xfrm>
          <a:custGeom>
            <a:avLst/>
            <a:gdLst>
              <a:gd name="T0" fmla="*/ 2147483647 w 2"/>
              <a:gd name="T1" fmla="*/ 2147483647 h 5"/>
              <a:gd name="T2" fmla="*/ 2147483647 w 2"/>
              <a:gd name="T3" fmla="*/ 2147483647 h 5"/>
              <a:gd name="T4" fmla="*/ 0 w 2"/>
              <a:gd name="T5" fmla="*/ 0 h 5"/>
              <a:gd name="T6" fmla="*/ 0 w 2"/>
              <a:gd name="T7" fmla="*/ 2147483647 h 5"/>
              <a:gd name="T8" fmla="*/ 0 w 2"/>
              <a:gd name="T9" fmla="*/ 2147483647 h 5"/>
              <a:gd name="T10" fmla="*/ 2147483647 w 2"/>
              <a:gd name="T11" fmla="*/ 2147483647 h 5"/>
              <a:gd name="T12" fmla="*/ 2147483647 w 2"/>
              <a:gd name="T13" fmla="*/ 2147483647 h 5"/>
              <a:gd name="T14" fmla="*/ 2147483647 w 2"/>
              <a:gd name="T15" fmla="*/ 2147483647 h 5"/>
              <a:gd name="T16" fmla="*/ 0 w 2"/>
              <a:gd name="T17" fmla="*/ 0 h 5"/>
              <a:gd name="T18" fmla="*/ 0 w 2"/>
              <a:gd name="T19" fmla="*/ 2147483647 h 5"/>
              <a:gd name="T20" fmla="*/ 0 w 2"/>
              <a:gd name="T21" fmla="*/ 2147483647 h 5"/>
              <a:gd name="T22" fmla="*/ 2147483647 w 2"/>
              <a:gd name="T23" fmla="*/ 2147483647 h 5"/>
              <a:gd name="T24" fmla="*/ 2147483647 w 2"/>
              <a:gd name="T25" fmla="*/ 2147483647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 h="5">
                <a:moveTo>
                  <a:pt x="2" y="2"/>
                </a:moveTo>
                <a:lnTo>
                  <a:pt x="2" y="2"/>
                </a:lnTo>
                <a:lnTo>
                  <a:pt x="0" y="0"/>
                </a:lnTo>
                <a:lnTo>
                  <a:pt x="0" y="2"/>
                </a:lnTo>
                <a:lnTo>
                  <a:pt x="2" y="5"/>
                </a:lnTo>
                <a:lnTo>
                  <a:pt x="2" y="2"/>
                </a:lnTo>
                <a:lnTo>
                  <a:pt x="0" y="0"/>
                </a:lnTo>
                <a:lnTo>
                  <a:pt x="0" y="2"/>
                </a:lnTo>
                <a:lnTo>
                  <a:pt x="2" y="5"/>
                </a:lnTo>
                <a:lnTo>
                  <a:pt x="2"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39" name="Freeform 1255"/>
          <p:cNvSpPr>
            <a:spLocks/>
          </p:cNvSpPr>
          <p:nvPr/>
        </p:nvSpPr>
        <p:spPr bwMode="auto">
          <a:xfrm>
            <a:off x="950386" y="550866"/>
            <a:ext cx="4233" cy="1587"/>
          </a:xfrm>
          <a:custGeom>
            <a:avLst/>
            <a:gdLst>
              <a:gd name="T0" fmla="*/ 0 w 2"/>
              <a:gd name="T1" fmla="*/ 0 h 1587"/>
              <a:gd name="T2" fmla="*/ 2147483647 w 2"/>
              <a:gd name="T3" fmla="*/ 0 h 1587"/>
              <a:gd name="T4" fmla="*/ 2147483647 w 2"/>
              <a:gd name="T5" fmla="*/ 0 h 1587"/>
              <a:gd name="T6" fmla="*/ 2147483647 w 2"/>
              <a:gd name="T7" fmla="*/ 0 h 1587"/>
              <a:gd name="T8" fmla="*/ 2147483647 w 2"/>
              <a:gd name="T9" fmla="*/ 0 h 1587"/>
              <a:gd name="T10" fmla="*/ 0 w 2"/>
              <a:gd name="T11" fmla="*/ 0 h 1587"/>
              <a:gd name="T12" fmla="*/ 0 w 2"/>
              <a:gd name="T13" fmla="*/ 0 h 1587"/>
              <a:gd name="T14" fmla="*/ 0 w 2"/>
              <a:gd name="T15" fmla="*/ 0 h 1587"/>
              <a:gd name="T16" fmla="*/ 0 w 2"/>
              <a:gd name="T17" fmla="*/ 0 h 1587"/>
              <a:gd name="T18" fmla="*/ 2147483647 w 2"/>
              <a:gd name="T19" fmla="*/ 0 h 1587"/>
              <a:gd name="T20" fmla="*/ 2147483647 w 2"/>
              <a:gd name="T21" fmla="*/ 0 h 1587"/>
              <a:gd name="T22" fmla="*/ 2147483647 w 2"/>
              <a:gd name="T23" fmla="*/ 0 h 1587"/>
              <a:gd name="T24" fmla="*/ 2147483647 w 2"/>
              <a:gd name="T25" fmla="*/ 0 h 1587"/>
              <a:gd name="T26" fmla="*/ 2147483647 w 2"/>
              <a:gd name="T27" fmla="*/ 0 h 1587"/>
              <a:gd name="T28" fmla="*/ 2147483647 w 2"/>
              <a:gd name="T29" fmla="*/ 0 h 1587"/>
              <a:gd name="T30" fmla="*/ 2147483647 w 2"/>
              <a:gd name="T31" fmla="*/ 0 h 1587"/>
              <a:gd name="T32" fmla="*/ 2147483647 w 2"/>
              <a:gd name="T33" fmla="*/ 0 h 1587"/>
              <a:gd name="T34" fmla="*/ 2147483647 w 2"/>
              <a:gd name="T35" fmla="*/ 0 h 1587"/>
              <a:gd name="T36" fmla="*/ 2147483647 w 2"/>
              <a:gd name="T37" fmla="*/ 0 h 1587"/>
              <a:gd name="T38" fmla="*/ 2147483647 w 2"/>
              <a:gd name="T39" fmla="*/ 0 h 1587"/>
              <a:gd name="T40" fmla="*/ 2147483647 w 2"/>
              <a:gd name="T41" fmla="*/ 0 h 1587"/>
              <a:gd name="T42" fmla="*/ 2147483647 w 2"/>
              <a:gd name="T43" fmla="*/ 0 h 1587"/>
              <a:gd name="T44" fmla="*/ 2147483647 w 2"/>
              <a:gd name="T45" fmla="*/ 0 h 1587"/>
              <a:gd name="T46" fmla="*/ 2147483647 w 2"/>
              <a:gd name="T47" fmla="*/ 0 h 1587"/>
              <a:gd name="T48" fmla="*/ 2147483647 w 2"/>
              <a:gd name="T49" fmla="*/ 0 h 1587"/>
              <a:gd name="T50" fmla="*/ 2147483647 w 2"/>
              <a:gd name="T51" fmla="*/ 0 h 1587"/>
              <a:gd name="T52" fmla="*/ 2147483647 w 2"/>
              <a:gd name="T53" fmla="*/ 0 h 1587"/>
              <a:gd name="T54" fmla="*/ 2147483647 w 2"/>
              <a:gd name="T55" fmla="*/ 0 h 1587"/>
              <a:gd name="T56" fmla="*/ 2147483647 w 2"/>
              <a:gd name="T57" fmla="*/ 0 h 1587"/>
              <a:gd name="T58" fmla="*/ 0 w 2"/>
              <a:gd name="T59" fmla="*/ 0 h 1587"/>
              <a:gd name="T60" fmla="*/ 0 w 2"/>
              <a:gd name="T61" fmla="*/ 0 h 1587"/>
              <a:gd name="T62" fmla="*/ 0 w 2"/>
              <a:gd name="T63" fmla="*/ 0 h 15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 h="1587">
                <a:moveTo>
                  <a:pt x="0" y="0"/>
                </a:moveTo>
                <a:lnTo>
                  <a:pt x="2" y="0"/>
                </a:lnTo>
                <a:lnTo>
                  <a:pt x="0" y="0"/>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0" name="Rectangle 1256"/>
          <p:cNvSpPr>
            <a:spLocks noChangeArrowheads="1"/>
          </p:cNvSpPr>
          <p:nvPr/>
        </p:nvSpPr>
        <p:spPr bwMode="auto">
          <a:xfrm>
            <a:off x="963086" y="550866"/>
            <a:ext cx="2116" cy="1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41" name="Freeform 1258"/>
          <p:cNvSpPr>
            <a:spLocks/>
          </p:cNvSpPr>
          <p:nvPr/>
        </p:nvSpPr>
        <p:spPr bwMode="auto">
          <a:xfrm>
            <a:off x="963086" y="550866"/>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2" name="Freeform 1266"/>
          <p:cNvSpPr>
            <a:spLocks/>
          </p:cNvSpPr>
          <p:nvPr/>
        </p:nvSpPr>
        <p:spPr bwMode="auto">
          <a:xfrm>
            <a:off x="971551" y="534991"/>
            <a:ext cx="2116" cy="1587"/>
          </a:xfrm>
          <a:custGeom>
            <a:avLst/>
            <a:gdLst>
              <a:gd name="T0" fmla="*/ 0 w 1587"/>
              <a:gd name="T1" fmla="*/ 0 h 1587"/>
              <a:gd name="T2" fmla="*/ 0 w 1587"/>
              <a:gd name="T3" fmla="*/ 0 h 1587"/>
              <a:gd name="T4" fmla="*/ 0 w 1587"/>
              <a:gd name="T5" fmla="*/ 0 h 1587"/>
              <a:gd name="T6" fmla="*/ 0 w 1587"/>
              <a:gd name="T7" fmla="*/ 0 h 1587"/>
              <a:gd name="T8" fmla="*/ 0 w 1587"/>
              <a:gd name="T9" fmla="*/ 0 h 1587"/>
              <a:gd name="T10" fmla="*/ 0 w 1587"/>
              <a:gd name="T11" fmla="*/ 0 h 1587"/>
              <a:gd name="T12" fmla="*/ 0 w 1587"/>
              <a:gd name="T13" fmla="*/ 0 h 1587"/>
              <a:gd name="T14" fmla="*/ 0 w 1587"/>
              <a:gd name="T15" fmla="*/ 0 h 1587"/>
              <a:gd name="T16" fmla="*/ 0 w 1587"/>
              <a:gd name="T17" fmla="*/ 0 h 1587"/>
              <a:gd name="T18" fmla="*/ 0 w 1587"/>
              <a:gd name="T19" fmla="*/ 0 h 1587"/>
              <a:gd name="T20" fmla="*/ 0 w 1587"/>
              <a:gd name="T21" fmla="*/ 0 h 1587"/>
              <a:gd name="T22" fmla="*/ 0 w 1587"/>
              <a:gd name="T23" fmla="*/ 0 h 1587"/>
              <a:gd name="T24" fmla="*/ 0 w 1587"/>
              <a:gd name="T25" fmla="*/ 0 h 1587"/>
              <a:gd name="T26" fmla="*/ 0 w 1587"/>
              <a:gd name="T27" fmla="*/ 0 h 1587"/>
              <a:gd name="T28" fmla="*/ 0 w 1587"/>
              <a:gd name="T29" fmla="*/ 0 h 1587"/>
              <a:gd name="T30" fmla="*/ 0 w 1587"/>
              <a:gd name="T31" fmla="*/ 0 h 1587"/>
              <a:gd name="T32" fmla="*/ 0 w 1587"/>
              <a:gd name="T33" fmla="*/ 0 h 1587"/>
              <a:gd name="T34" fmla="*/ 0 w 1587"/>
              <a:gd name="T35" fmla="*/ 0 h 1587"/>
              <a:gd name="T36" fmla="*/ 0 w 1587"/>
              <a:gd name="T37" fmla="*/ 0 h 1587"/>
              <a:gd name="T38" fmla="*/ 0 w 1587"/>
              <a:gd name="T39" fmla="*/ 0 h 1587"/>
              <a:gd name="T40" fmla="*/ 0 w 1587"/>
              <a:gd name="T41" fmla="*/ 0 h 1587"/>
              <a:gd name="T42" fmla="*/ 0 w 1587"/>
              <a:gd name="T43" fmla="*/ 0 h 1587"/>
              <a:gd name="T44" fmla="*/ 0 w 1587"/>
              <a:gd name="T45" fmla="*/ 0 h 1587"/>
              <a:gd name="T46" fmla="*/ 0 w 1587"/>
              <a:gd name="T47" fmla="*/ 0 h 1587"/>
              <a:gd name="T48" fmla="*/ 0 w 1587"/>
              <a:gd name="T49" fmla="*/ 0 h 1587"/>
              <a:gd name="T50" fmla="*/ 0 w 1587"/>
              <a:gd name="T51" fmla="*/ 0 h 1587"/>
              <a:gd name="T52" fmla="*/ 0 w 1587"/>
              <a:gd name="T53" fmla="*/ 0 h 1587"/>
              <a:gd name="T54" fmla="*/ 0 w 1587"/>
              <a:gd name="T55" fmla="*/ 0 h 1587"/>
              <a:gd name="T56" fmla="*/ 0 w 1587"/>
              <a:gd name="T57" fmla="*/ 0 h 1587"/>
              <a:gd name="T58" fmla="*/ 0 w 1587"/>
              <a:gd name="T59" fmla="*/ 0 h 1587"/>
              <a:gd name="T60" fmla="*/ 0 w 1587"/>
              <a:gd name="T61" fmla="*/ 0 h 1587"/>
              <a:gd name="T62" fmla="*/ 0 w 1587"/>
              <a:gd name="T63" fmla="*/ 0 h 1587"/>
              <a:gd name="T64" fmla="*/ 0 w 1587"/>
              <a:gd name="T65" fmla="*/ 0 h 1587"/>
              <a:gd name="T66" fmla="*/ 0 w 1587"/>
              <a:gd name="T67" fmla="*/ 0 h 1587"/>
              <a:gd name="T68" fmla="*/ 0 w 1587"/>
              <a:gd name="T69" fmla="*/ 0 h 1587"/>
              <a:gd name="T70" fmla="*/ 0 w 1587"/>
              <a:gd name="T71" fmla="*/ 0 h 1587"/>
              <a:gd name="T72" fmla="*/ 0 w 1587"/>
              <a:gd name="T73" fmla="*/ 0 h 1587"/>
              <a:gd name="T74" fmla="*/ 0 w 1587"/>
              <a:gd name="T75" fmla="*/ 0 h 1587"/>
              <a:gd name="T76" fmla="*/ 0 w 1587"/>
              <a:gd name="T77" fmla="*/ 0 h 1587"/>
              <a:gd name="T78" fmla="*/ 0 w 1587"/>
              <a:gd name="T79" fmla="*/ 0 h 1587"/>
              <a:gd name="T80" fmla="*/ 0 w 1587"/>
              <a:gd name="T81" fmla="*/ 0 h 1587"/>
              <a:gd name="T82" fmla="*/ 0 w 1587"/>
              <a:gd name="T83" fmla="*/ 0 h 1587"/>
              <a:gd name="T84" fmla="*/ 0 w 1587"/>
              <a:gd name="T85" fmla="*/ 0 h 1587"/>
              <a:gd name="T86" fmla="*/ 0 w 1587"/>
              <a:gd name="T87" fmla="*/ 0 h 15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87" h="1587">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3" name="Freeform 1269"/>
          <p:cNvSpPr>
            <a:spLocks/>
          </p:cNvSpPr>
          <p:nvPr/>
        </p:nvSpPr>
        <p:spPr bwMode="auto">
          <a:xfrm>
            <a:off x="971553" y="530228"/>
            <a:ext cx="4233" cy="4763"/>
          </a:xfrm>
          <a:custGeom>
            <a:avLst/>
            <a:gdLst>
              <a:gd name="T0" fmla="*/ 0 w 2"/>
              <a:gd name="T1" fmla="*/ 2147483647 h 3"/>
              <a:gd name="T2" fmla="*/ 2147483647 w 2"/>
              <a:gd name="T3" fmla="*/ 0 h 3"/>
              <a:gd name="T4" fmla="*/ 2147483647 w 2"/>
              <a:gd name="T5" fmla="*/ 0 h 3"/>
              <a:gd name="T6" fmla="*/ 2147483647 w 2"/>
              <a:gd name="T7" fmla="*/ 0 h 3"/>
              <a:gd name="T8" fmla="*/ 2147483647 w 2"/>
              <a:gd name="T9" fmla="*/ 0 h 3"/>
              <a:gd name="T10" fmla="*/ 0 w 2"/>
              <a:gd name="T11" fmla="*/ 0 h 3"/>
              <a:gd name="T12" fmla="*/ 0 w 2"/>
              <a:gd name="T13" fmla="*/ 0 h 3"/>
              <a:gd name="T14" fmla="*/ 0 w 2"/>
              <a:gd name="T15" fmla="*/ 2147483647 h 3"/>
              <a:gd name="T16" fmla="*/ 0 w 2"/>
              <a:gd name="T17" fmla="*/ 2147483647 h 3"/>
              <a:gd name="T18" fmla="*/ 2147483647 w 2"/>
              <a:gd name="T19" fmla="*/ 0 h 3"/>
              <a:gd name="T20" fmla="*/ 2147483647 w 2"/>
              <a:gd name="T21" fmla="*/ 0 h 3"/>
              <a:gd name="T22" fmla="*/ 0 w 2"/>
              <a:gd name="T23" fmla="*/ 0 h 3"/>
              <a:gd name="T24" fmla="*/ 0 w 2"/>
              <a:gd name="T25" fmla="*/ 0 h 3"/>
              <a:gd name="T26" fmla="*/ 0 w 2"/>
              <a:gd name="T27" fmla="*/ 0 h 3"/>
              <a:gd name="T28" fmla="*/ 0 w 2"/>
              <a:gd name="T29" fmla="*/ 0 h 3"/>
              <a:gd name="T30" fmla="*/ 0 w 2"/>
              <a:gd name="T31" fmla="*/ 0 h 3"/>
              <a:gd name="T32" fmla="*/ 0 w 2"/>
              <a:gd name="T33" fmla="*/ 0 h 3"/>
              <a:gd name="T34" fmla="*/ 0 w 2"/>
              <a:gd name="T35" fmla="*/ 0 h 3"/>
              <a:gd name="T36" fmla="*/ 0 w 2"/>
              <a:gd name="T37" fmla="*/ 0 h 3"/>
              <a:gd name="T38" fmla="*/ 0 w 2"/>
              <a:gd name="T39" fmla="*/ 2147483647 h 3"/>
              <a:gd name="T40" fmla="*/ 0 w 2"/>
              <a:gd name="T41" fmla="*/ 2147483647 h 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 h="3">
                <a:moveTo>
                  <a:pt x="0" y="3"/>
                </a:moveTo>
                <a:lnTo>
                  <a:pt x="2" y="0"/>
                </a:lnTo>
                <a:lnTo>
                  <a:pt x="0" y="0"/>
                </a:lnTo>
                <a:lnTo>
                  <a:pt x="0" y="3"/>
                </a:lnTo>
                <a:lnTo>
                  <a:pt x="2" y="0"/>
                </a:lnTo>
                <a:lnTo>
                  <a:pt x="0" y="0"/>
                </a:lnTo>
                <a:lnTo>
                  <a:pt x="0"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4" name="Line 1270"/>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5" name="Line 1271"/>
          <p:cNvSpPr>
            <a:spLocks noChangeShapeType="1"/>
          </p:cNvSpPr>
          <p:nvPr/>
        </p:nvSpPr>
        <p:spPr bwMode="auto">
          <a:xfrm>
            <a:off x="971551" y="530225"/>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6" name="Rectangle 1272"/>
          <p:cNvSpPr>
            <a:spLocks noChangeArrowheads="1"/>
          </p:cNvSpPr>
          <p:nvPr/>
        </p:nvSpPr>
        <p:spPr bwMode="auto">
          <a:xfrm>
            <a:off x="971551" y="530225"/>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47" name="Rectangle 1273"/>
          <p:cNvSpPr>
            <a:spLocks noChangeArrowheads="1"/>
          </p:cNvSpPr>
          <p:nvPr/>
        </p:nvSpPr>
        <p:spPr bwMode="auto">
          <a:xfrm>
            <a:off x="971551" y="530225"/>
            <a:ext cx="2116"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48" name="Line 1274"/>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49" name="Line 1275"/>
          <p:cNvSpPr>
            <a:spLocks noChangeShapeType="1"/>
          </p:cNvSpPr>
          <p:nvPr/>
        </p:nvSpPr>
        <p:spPr bwMode="auto">
          <a:xfrm>
            <a:off x="971551" y="527050"/>
            <a:ext cx="2116"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0" name="Freeform 1277"/>
          <p:cNvSpPr>
            <a:spLocks/>
          </p:cNvSpPr>
          <p:nvPr/>
        </p:nvSpPr>
        <p:spPr bwMode="auto">
          <a:xfrm>
            <a:off x="971551" y="523878"/>
            <a:ext cx="2116" cy="3175"/>
          </a:xfrm>
          <a:custGeom>
            <a:avLst/>
            <a:gdLst>
              <a:gd name="T0" fmla="*/ 0 w 1587"/>
              <a:gd name="T1" fmla="*/ 2147483647 h 2"/>
              <a:gd name="T2" fmla="*/ 0 w 1587"/>
              <a:gd name="T3" fmla="*/ 2147483647 h 2"/>
              <a:gd name="T4" fmla="*/ 0 w 1587"/>
              <a:gd name="T5" fmla="*/ 0 h 2"/>
              <a:gd name="T6" fmla="*/ 0 w 1587"/>
              <a:gd name="T7" fmla="*/ 2147483647 h 2"/>
              <a:gd name="T8" fmla="*/ 0 w 1587"/>
              <a:gd name="T9" fmla="*/ 2147483647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2">
                <a:moveTo>
                  <a:pt x="0" y="2"/>
                </a:moveTo>
                <a:lnTo>
                  <a:pt x="0" y="2"/>
                </a:lnTo>
                <a:lnTo>
                  <a:pt x="0" y="0"/>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1" name="Freeform 1287"/>
          <p:cNvSpPr>
            <a:spLocks/>
          </p:cNvSpPr>
          <p:nvPr/>
        </p:nvSpPr>
        <p:spPr bwMode="auto">
          <a:xfrm>
            <a:off x="958853" y="514350"/>
            <a:ext cx="4233" cy="3175"/>
          </a:xfrm>
          <a:custGeom>
            <a:avLst/>
            <a:gdLst>
              <a:gd name="T0" fmla="*/ 0 w 2"/>
              <a:gd name="T1" fmla="*/ 0 h 2"/>
              <a:gd name="T2" fmla="*/ 0 w 2"/>
              <a:gd name="T3" fmla="*/ 2147483647 h 2"/>
              <a:gd name="T4" fmla="*/ 2147483647 w 2"/>
              <a:gd name="T5" fmla="*/ 2147483647 h 2"/>
              <a:gd name="T6" fmla="*/ 2147483647 w 2"/>
              <a:gd name="T7" fmla="*/ 2147483647 h 2"/>
              <a:gd name="T8" fmla="*/ 2147483647 w 2"/>
              <a:gd name="T9" fmla="*/ 2147483647 h 2"/>
              <a:gd name="T10" fmla="*/ 2147483647 w 2"/>
              <a:gd name="T11" fmla="*/ 0 h 2"/>
              <a:gd name="T12" fmla="*/ 0 w 2"/>
              <a:gd name="T13" fmla="*/ 0 h 2"/>
              <a:gd name="T14" fmla="*/ 0 w 2"/>
              <a:gd name="T15" fmla="*/ 0 h 2"/>
              <a:gd name="T16" fmla="*/ 0 w 2"/>
              <a:gd name="T17" fmla="*/ 2147483647 h 2"/>
              <a:gd name="T18" fmla="*/ 0 w 2"/>
              <a:gd name="T19" fmla="*/ 2147483647 h 2"/>
              <a:gd name="T20" fmla="*/ 0 w 2"/>
              <a:gd name="T21" fmla="*/ 2147483647 h 2"/>
              <a:gd name="T22" fmla="*/ 0 w 2"/>
              <a:gd name="T23" fmla="*/ 2147483647 h 2"/>
              <a:gd name="T24" fmla="*/ 2147483647 w 2"/>
              <a:gd name="T25" fmla="*/ 2147483647 h 2"/>
              <a:gd name="T26" fmla="*/ 2147483647 w 2"/>
              <a:gd name="T27" fmla="*/ 2147483647 h 2"/>
              <a:gd name="T28" fmla="*/ 0 w 2"/>
              <a:gd name="T29" fmla="*/ 0 h 2"/>
              <a:gd name="T30" fmla="*/ 0 w 2"/>
              <a:gd name="T31" fmla="*/ 0 h 2"/>
              <a:gd name="T32" fmla="*/ 0 w 2"/>
              <a:gd name="T33" fmla="*/ 0 h 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 h="2">
                <a:moveTo>
                  <a:pt x="0" y="0"/>
                </a:moveTo>
                <a:lnTo>
                  <a:pt x="0" y="2"/>
                </a:lnTo>
                <a:lnTo>
                  <a:pt x="2" y="2"/>
                </a:lnTo>
                <a:lnTo>
                  <a:pt x="2" y="0"/>
                </a:lnTo>
                <a:lnTo>
                  <a:pt x="0" y="0"/>
                </a:lnTo>
                <a:lnTo>
                  <a:pt x="0" y="2"/>
                </a:lnTo>
                <a:lnTo>
                  <a:pt x="2"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2" name="Freeform 1290"/>
          <p:cNvSpPr>
            <a:spLocks/>
          </p:cNvSpPr>
          <p:nvPr/>
        </p:nvSpPr>
        <p:spPr bwMode="auto">
          <a:xfrm>
            <a:off x="958853" y="517527"/>
            <a:ext cx="4233" cy="3175"/>
          </a:xfrm>
          <a:custGeom>
            <a:avLst/>
            <a:gdLst>
              <a:gd name="T0" fmla="*/ 0 w 2"/>
              <a:gd name="T1" fmla="*/ 2147483647 h 2"/>
              <a:gd name="T2" fmla="*/ 0 w 2"/>
              <a:gd name="T3" fmla="*/ 2147483647 h 2"/>
              <a:gd name="T4" fmla="*/ 2147483647 w 2"/>
              <a:gd name="T5" fmla="*/ 2147483647 h 2"/>
              <a:gd name="T6" fmla="*/ 2147483647 w 2"/>
              <a:gd name="T7" fmla="*/ 2147483647 h 2"/>
              <a:gd name="T8" fmla="*/ 2147483647 w 2"/>
              <a:gd name="T9" fmla="*/ 2147483647 h 2"/>
              <a:gd name="T10" fmla="*/ 2147483647 w 2"/>
              <a:gd name="T11" fmla="*/ 0 h 2"/>
              <a:gd name="T12" fmla="*/ 0 w 2"/>
              <a:gd name="T13" fmla="*/ 0 h 2"/>
              <a:gd name="T14" fmla="*/ 0 w 2"/>
              <a:gd name="T15" fmla="*/ 0 h 2"/>
              <a:gd name="T16" fmla="*/ 0 w 2"/>
              <a:gd name="T17" fmla="*/ 0 h 2"/>
              <a:gd name="T18" fmla="*/ 0 w 2"/>
              <a:gd name="T19" fmla="*/ 0 h 2"/>
              <a:gd name="T20" fmla="*/ 2147483647 w 2"/>
              <a:gd name="T21" fmla="*/ 0 h 2"/>
              <a:gd name="T22" fmla="*/ 0 w 2"/>
              <a:gd name="T23" fmla="*/ 0 h 2"/>
              <a:gd name="T24" fmla="*/ 0 w 2"/>
              <a:gd name="T25" fmla="*/ 0 h 2"/>
              <a:gd name="T26" fmla="*/ 0 w 2"/>
              <a:gd name="T27" fmla="*/ 0 h 2"/>
              <a:gd name="T28" fmla="*/ 0 w 2"/>
              <a:gd name="T29" fmla="*/ 0 h 2"/>
              <a:gd name="T30" fmla="*/ 0 w 2"/>
              <a:gd name="T31" fmla="*/ 2147483647 h 2"/>
              <a:gd name="T32" fmla="*/ 0 w 2"/>
              <a:gd name="T33" fmla="*/ 2147483647 h 2"/>
              <a:gd name="T34" fmla="*/ 0 w 2"/>
              <a:gd name="T35" fmla="*/ 2147483647 h 2"/>
              <a:gd name="T36" fmla="*/ 0 w 2"/>
              <a:gd name="T37" fmla="*/ 0 h 2"/>
              <a:gd name="T38" fmla="*/ 0 w 2"/>
              <a:gd name="T39" fmla="*/ 0 h 2"/>
              <a:gd name="T40" fmla="*/ 0 w 2"/>
              <a:gd name="T41" fmla="*/ 0 h 2"/>
              <a:gd name="T42" fmla="*/ 0 w 2"/>
              <a:gd name="T43" fmla="*/ 0 h 2"/>
              <a:gd name="T44" fmla="*/ 0 w 2"/>
              <a:gd name="T45" fmla="*/ 0 h 2"/>
              <a:gd name="T46" fmla="*/ 0 w 2"/>
              <a:gd name="T47" fmla="*/ 0 h 2"/>
              <a:gd name="T48" fmla="*/ 0 w 2"/>
              <a:gd name="T49" fmla="*/ 2147483647 h 2"/>
              <a:gd name="T50" fmla="*/ 2147483647 w 2"/>
              <a:gd name="T51" fmla="*/ 2147483647 h 2"/>
              <a:gd name="T52" fmla="*/ 2147483647 w 2"/>
              <a:gd name="T53" fmla="*/ 0 h 2"/>
              <a:gd name="T54" fmla="*/ 2147483647 w 2"/>
              <a:gd name="T55" fmla="*/ 0 h 2"/>
              <a:gd name="T56" fmla="*/ 0 w 2"/>
              <a:gd name="T57" fmla="*/ 0 h 2"/>
              <a:gd name="T58" fmla="*/ 0 w 2"/>
              <a:gd name="T59" fmla="*/ 0 h 2"/>
              <a:gd name="T60" fmla="*/ 0 w 2"/>
              <a:gd name="T61" fmla="*/ 2147483647 h 2"/>
              <a:gd name="T62" fmla="*/ 0 w 2"/>
              <a:gd name="T63" fmla="*/ 2147483647 h 2"/>
              <a:gd name="T64" fmla="*/ 2147483647 w 2"/>
              <a:gd name="T65" fmla="*/ 2147483647 h 2"/>
              <a:gd name="T66" fmla="*/ 2147483647 w 2"/>
              <a:gd name="T67" fmla="*/ 2147483647 h 2"/>
              <a:gd name="T68" fmla="*/ 0 w 2"/>
              <a:gd name="T69" fmla="*/ 2147483647 h 2"/>
              <a:gd name="T70" fmla="*/ 0 w 2"/>
              <a:gd name="T71" fmla="*/ 2147483647 h 2"/>
              <a:gd name="T72" fmla="*/ 0 w 2"/>
              <a:gd name="T73" fmla="*/ 2147483647 h 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 h="2">
                <a:moveTo>
                  <a:pt x="0" y="2"/>
                </a:moveTo>
                <a:lnTo>
                  <a:pt x="0" y="2"/>
                </a:lnTo>
                <a:lnTo>
                  <a:pt x="2" y="2"/>
                </a:lnTo>
                <a:lnTo>
                  <a:pt x="2" y="0"/>
                </a:lnTo>
                <a:lnTo>
                  <a:pt x="0" y="0"/>
                </a:lnTo>
                <a:lnTo>
                  <a:pt x="2" y="0"/>
                </a:lnTo>
                <a:lnTo>
                  <a:pt x="0" y="0"/>
                </a:lnTo>
                <a:lnTo>
                  <a:pt x="0" y="2"/>
                </a:lnTo>
                <a:lnTo>
                  <a:pt x="0" y="0"/>
                </a:lnTo>
                <a:lnTo>
                  <a:pt x="0" y="2"/>
                </a:lnTo>
                <a:lnTo>
                  <a:pt x="2" y="2"/>
                </a:lnTo>
                <a:lnTo>
                  <a:pt x="2" y="0"/>
                </a:lnTo>
                <a:lnTo>
                  <a:pt x="0" y="0"/>
                </a:lnTo>
                <a:lnTo>
                  <a:pt x="0" y="2"/>
                </a:lnTo>
                <a:lnTo>
                  <a:pt x="2" y="2"/>
                </a:lnTo>
                <a:lnTo>
                  <a:pt x="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53" name="Rectangle 1335"/>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4" name="Rectangle 1336"/>
          <p:cNvSpPr>
            <a:spLocks noChangeArrowheads="1"/>
          </p:cNvSpPr>
          <p:nvPr/>
        </p:nvSpPr>
        <p:spPr bwMode="auto">
          <a:xfrm>
            <a:off x="632886"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5" name="Rectangle 1337"/>
          <p:cNvSpPr>
            <a:spLocks noChangeArrowheads="1"/>
          </p:cNvSpPr>
          <p:nvPr/>
        </p:nvSpPr>
        <p:spPr bwMode="auto">
          <a:xfrm>
            <a:off x="632886" y="4953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6" name="Rectangle 1340"/>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7" name="Rectangle 1341"/>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8" name="Rectangle 1342"/>
          <p:cNvSpPr>
            <a:spLocks noChangeArrowheads="1"/>
          </p:cNvSpPr>
          <p:nvPr/>
        </p:nvSpPr>
        <p:spPr bwMode="auto">
          <a:xfrm>
            <a:off x="624419" y="508000"/>
            <a:ext cx="2116"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59" name="Rectangle 1343"/>
          <p:cNvSpPr>
            <a:spLocks noChangeArrowheads="1"/>
          </p:cNvSpPr>
          <p:nvPr/>
        </p:nvSpPr>
        <p:spPr bwMode="auto">
          <a:xfrm>
            <a:off x="624419" y="508000"/>
            <a:ext cx="2116" cy="1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60" name="Rectangle 1344"/>
          <p:cNvSpPr>
            <a:spLocks noChangeArrowheads="1"/>
          </p:cNvSpPr>
          <p:nvPr/>
        </p:nvSpPr>
        <p:spPr bwMode="auto">
          <a:xfrm>
            <a:off x="620186" y="485778"/>
            <a:ext cx="2116"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srgbClr val="002345"/>
              </a:solidFill>
              <a:cs typeface="Arial" charset="0"/>
            </a:endParaRPr>
          </a:p>
        </p:txBody>
      </p:sp>
      <p:sp>
        <p:nvSpPr>
          <p:cNvPr id="61" name="Rectangle 67"/>
          <p:cNvSpPr>
            <a:spLocks noChangeArrowheads="1"/>
          </p:cNvSpPr>
          <p:nvPr/>
        </p:nvSpPr>
        <p:spPr bwMode="auto">
          <a:xfrm>
            <a:off x="0" y="2828928"/>
            <a:ext cx="12192000" cy="176213"/>
          </a:xfrm>
          <a:prstGeom prst="rect">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fontAlgn="base" hangingPunct="1">
              <a:spcBef>
                <a:spcPct val="50000"/>
              </a:spcBef>
              <a:spcAft>
                <a:spcPct val="0"/>
              </a:spcAft>
              <a:buFontTx/>
              <a:buChar char="•"/>
              <a:defRPr/>
            </a:pPr>
            <a:endParaRPr lang="en-US" altLang="en-US" sz="1300" b="0" dirty="0">
              <a:solidFill>
                <a:prstClr val="white"/>
              </a:solidFill>
              <a:cs typeface="Arial" charset="0"/>
            </a:endParaRPr>
          </a:p>
        </p:txBody>
      </p:sp>
      <p:sp>
        <p:nvSpPr>
          <p:cNvPr id="330" name="Title 329"/>
          <p:cNvSpPr>
            <a:spLocks noGrp="1"/>
          </p:cNvSpPr>
          <p:nvPr>
            <p:ph type="title"/>
          </p:nvPr>
        </p:nvSpPr>
        <p:spPr>
          <a:xfrm>
            <a:off x="1154547" y="1306550"/>
            <a:ext cx="9728968" cy="1450437"/>
          </a:xfrm>
        </p:spPr>
        <p:txBody>
          <a:bodyPr/>
          <a:lstStyle>
            <a:lvl1pPr>
              <a:defRPr sz="3800" b="1" cap="none" baseline="0">
                <a:solidFill>
                  <a:schemeClr val="bg2"/>
                </a:solidFill>
              </a:defRPr>
            </a:lvl1pPr>
          </a:lstStyle>
          <a:p>
            <a:r>
              <a:rPr lang="en-US"/>
              <a:t>Click to edit Master title style</a:t>
            </a:r>
            <a:endParaRPr lang="en-US" dirty="0"/>
          </a:p>
        </p:txBody>
      </p:sp>
      <p:sp>
        <p:nvSpPr>
          <p:cNvPr id="332" name="Text Placeholder 331"/>
          <p:cNvSpPr>
            <a:spLocks noGrp="1"/>
          </p:cNvSpPr>
          <p:nvPr>
            <p:ph type="body" sz="quarter" idx="13"/>
          </p:nvPr>
        </p:nvSpPr>
        <p:spPr>
          <a:xfrm>
            <a:off x="1134807" y="3074091"/>
            <a:ext cx="9771695" cy="2397495"/>
          </a:xfrm>
        </p:spPr>
        <p:txBody>
          <a:bodyPr>
            <a:normAutofit/>
          </a:bodyPr>
          <a:lstStyle>
            <a:lvl1pPr>
              <a:lnSpc>
                <a:spcPct val="100000"/>
              </a:lnSpc>
              <a:defRPr sz="3000" b="0" i="0" cap="none" baseline="0">
                <a:solidFill>
                  <a:schemeClr val="tx1"/>
                </a:solidFill>
                <a:latin typeface="+mn-lt"/>
                <a:cs typeface="Andes ExtraLight"/>
              </a:defRPr>
            </a:lvl1pPr>
            <a:lvl2pPr>
              <a:defRPr b="0" i="0">
                <a:latin typeface="Andes ExtraLight"/>
                <a:cs typeface="Andes ExtraLight"/>
              </a:defRPr>
            </a:lvl2pPr>
            <a:lvl3pPr>
              <a:defRPr b="0" i="0">
                <a:latin typeface="Andes ExtraLight"/>
                <a:cs typeface="Andes ExtraLight"/>
              </a:defRPr>
            </a:lvl3pPr>
            <a:lvl4pPr>
              <a:defRPr b="0" i="0">
                <a:latin typeface="Andes ExtraLight"/>
                <a:cs typeface="Andes ExtraLight"/>
              </a:defRPr>
            </a:lvl4pPr>
            <a:lvl5pPr>
              <a:defRPr b="0" i="0">
                <a:latin typeface="Andes ExtraLight"/>
                <a:cs typeface="Andes ExtraLight"/>
              </a:defRPr>
            </a:lvl5pPr>
          </a:lstStyle>
          <a:p>
            <a:pPr lvl="0"/>
            <a:r>
              <a:rPr lang="en-US"/>
              <a:t>Click to edit Master text styles</a:t>
            </a:r>
          </a:p>
        </p:txBody>
      </p:sp>
    </p:spTree>
    <p:extLst>
      <p:ext uri="{BB962C8B-B14F-4D97-AF65-F5344CB8AC3E}">
        <p14:creationId xmlns:p14="http://schemas.microsoft.com/office/powerpoint/2010/main" val="15300409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2" name="Title 1"/>
          <p:cNvSpPr>
            <a:spLocks noGrp="1"/>
          </p:cNvSpPr>
          <p:nvPr>
            <p:ph type="title"/>
          </p:nvPr>
        </p:nvSpPr>
        <p:spPr>
          <a:xfrm>
            <a:off x="475913" y="288638"/>
            <a:ext cx="11377423" cy="461819"/>
          </a:xfrm>
        </p:spPr>
        <p:txBody>
          <a:bodyPr/>
          <a:lstStyle>
            <a:lvl1pPr>
              <a:defRPr sz="2200" b="0" i="0" baseline="0">
                <a:solidFill>
                  <a:schemeClr val="tx1"/>
                </a:solidFill>
                <a:latin typeface="+mn-lt"/>
                <a:cs typeface="Andes ExtraLight"/>
              </a:defRPr>
            </a:lvl1pPr>
          </a:lstStyle>
          <a:p>
            <a:r>
              <a:rPr lang="en-US"/>
              <a:t>Click to edit Master title style</a:t>
            </a:r>
            <a:endParaRPr lang="en-US" dirty="0"/>
          </a:p>
        </p:txBody>
      </p:sp>
      <p:sp>
        <p:nvSpPr>
          <p:cNvPr id="6" name="Table Placeholder 5"/>
          <p:cNvSpPr>
            <a:spLocks noGrp="1"/>
          </p:cNvSpPr>
          <p:nvPr>
            <p:ph type="tbl" sz="quarter" idx="13"/>
          </p:nvPr>
        </p:nvSpPr>
        <p:spPr>
          <a:xfrm>
            <a:off x="466374" y="968964"/>
            <a:ext cx="11372849" cy="5249906"/>
          </a:xfrm>
        </p:spPr>
        <p:txBody>
          <a:bodyPr>
            <a:normAutofit/>
          </a:bodyPr>
          <a:lstStyle>
            <a:lvl1pPr>
              <a:lnSpc>
                <a:spcPct val="100000"/>
              </a:lnSpc>
              <a:spcBef>
                <a:spcPts val="0"/>
              </a:spcBef>
              <a:defRPr sz="1200"/>
            </a:lvl1pPr>
          </a:lstStyle>
          <a:p>
            <a:pPr lvl="0"/>
            <a:endParaRPr lang="en-US" noProof="0" dirty="0"/>
          </a:p>
        </p:txBody>
      </p:sp>
      <p:sp>
        <p:nvSpPr>
          <p:cNvPr id="4" name="Slide Number Placeholder 3"/>
          <p:cNvSpPr>
            <a:spLocks noGrp="1"/>
          </p:cNvSpPr>
          <p:nvPr>
            <p:ph type="sldNum" sz="quarter" idx="14"/>
          </p:nvPr>
        </p:nvSpPr>
        <p:spPr/>
        <p:txBody>
          <a:bodyPr/>
          <a:lstStyle>
            <a:lvl1pPr>
              <a:defRPr/>
            </a:lvl1pPr>
          </a:lstStyle>
          <a:p>
            <a:pPr>
              <a:defRPr/>
            </a:pPr>
            <a:fld id="{C07A8DDD-23E5-4B80-BD2C-CFB28B628B0F}" type="slidenum">
              <a:rPr lang="en-US">
                <a:solidFill>
                  <a:srgbClr val="000000">
                    <a:lumMod val="65000"/>
                    <a:lumOff val="35000"/>
                  </a:srgbClr>
                </a:solidFill>
              </a:rPr>
              <a:pPr>
                <a:defRPr/>
              </a:pPr>
              <a:t>‹#›</a:t>
            </a:fld>
            <a:endParaRPr lang="en-US" dirty="0">
              <a:solidFill>
                <a:srgbClr val="000000">
                  <a:lumMod val="65000"/>
                  <a:lumOff val="35000"/>
                </a:srgbClr>
              </a:solidFill>
            </a:endParaRPr>
          </a:p>
        </p:txBody>
      </p:sp>
      <p:sp>
        <p:nvSpPr>
          <p:cNvPr id="5" name="Footer Placeholder 4"/>
          <p:cNvSpPr>
            <a:spLocks noGrp="1"/>
          </p:cNvSpPr>
          <p:nvPr>
            <p:ph type="ftr" sz="quarter" idx="15"/>
          </p:nvPr>
        </p:nvSpPr>
        <p:spPr/>
        <p:txBody>
          <a:bodyPr/>
          <a:lstStyle>
            <a:lvl1pPr>
              <a:defRPr/>
            </a:lvl1pPr>
          </a:lstStyle>
          <a:p>
            <a:pPr>
              <a:defRPr/>
            </a:pPr>
            <a:r>
              <a:rPr lang="en-US" dirty="0">
                <a:solidFill>
                  <a:srgbClr val="000000">
                    <a:lumMod val="65000"/>
                    <a:lumOff val="35000"/>
                  </a:srgbClr>
                </a:solidFill>
              </a:rPr>
              <a:t>Poverty Maps in Croatia – 18 December 2015</a:t>
            </a:r>
          </a:p>
        </p:txBody>
      </p:sp>
    </p:spTree>
    <p:extLst>
      <p:ext uri="{BB962C8B-B14F-4D97-AF65-F5344CB8AC3E}">
        <p14:creationId xmlns:p14="http://schemas.microsoft.com/office/powerpoint/2010/main" val="16004711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a:xfrm>
            <a:off x="8534400" y="6356350"/>
            <a:ext cx="3052064" cy="365760"/>
          </a:xfrm>
          <a:prstGeom prst="rect">
            <a:avLst/>
          </a:prstGeom>
        </p:spPr>
        <p:txBody>
          <a:bodyPr/>
          <a:lstStyle/>
          <a:p>
            <a:pPr fontAlgn="base">
              <a:spcBef>
                <a:spcPct val="0"/>
              </a:spcBef>
              <a:spcAft>
                <a:spcPct val="0"/>
              </a:spcAft>
            </a:pPr>
            <a:endParaRPr lang="en-US" sz="1600" b="1" dirty="0">
              <a:solidFill>
                <a:srgbClr val="464653"/>
              </a:solidFill>
              <a:latin typeface="Trebuchet MS" pitchFamily="34" charset="0"/>
              <a:ea typeface="MS PGothic" pitchFamily="34" charset="-128"/>
              <a:cs typeface="Arial" charset="0"/>
            </a:endParaRPr>
          </a:p>
        </p:txBody>
      </p:sp>
      <p:sp>
        <p:nvSpPr>
          <p:cNvPr id="4" name="Footer Placeholder 3"/>
          <p:cNvSpPr>
            <a:spLocks noGrp="1"/>
          </p:cNvSpPr>
          <p:nvPr>
            <p:ph type="ftr" sz="quarter" idx="11"/>
          </p:nvPr>
        </p:nvSpPr>
        <p:spPr/>
        <p:txBody>
          <a:bodyPr/>
          <a:lstStyle/>
          <a:p>
            <a:r>
              <a:rPr lang="en-US" dirty="0">
                <a:solidFill>
                  <a:srgbClr val="464653"/>
                </a:solidFill>
              </a:rPr>
              <a:t>Poverty Maps in Croatia – 18 December 2015</a:t>
            </a:r>
          </a:p>
        </p:txBody>
      </p:sp>
      <p:sp>
        <p:nvSpPr>
          <p:cNvPr id="5" name="Slide Number Placeholder 4"/>
          <p:cNvSpPr>
            <a:spLocks noGrp="1"/>
          </p:cNvSpPr>
          <p:nvPr>
            <p:ph type="sldNum" sz="quarter" idx="12"/>
          </p:nvPr>
        </p:nvSpPr>
        <p:spPr/>
        <p:txBody>
          <a:bodyPr/>
          <a:lstStyle/>
          <a:p>
            <a:fld id="{E87C89A7-DD7D-46E7-9892-B321C4D47B66}" type="slidenum">
              <a:rPr lang="en-US" smtClean="0">
                <a:solidFill>
                  <a:srgbClr val="464653"/>
                </a:solidFill>
              </a:rPr>
              <a:pPr/>
              <a:t>‹#›</a:t>
            </a:fld>
            <a:endParaRPr lang="en-US" dirty="0">
              <a:solidFill>
                <a:srgbClr val="464653"/>
              </a:solidFill>
            </a:endParaRPr>
          </a:p>
        </p:txBody>
      </p:sp>
    </p:spTree>
    <p:extLst>
      <p:ext uri="{BB962C8B-B14F-4D97-AF65-F5344CB8AC3E}">
        <p14:creationId xmlns:p14="http://schemas.microsoft.com/office/powerpoint/2010/main" val="36119219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a:xfrm>
            <a:off x="8534400" y="6356350"/>
            <a:ext cx="3052064" cy="365760"/>
          </a:xfrm>
          <a:prstGeom prst="rect">
            <a:avLst/>
          </a:prstGeom>
        </p:spPr>
        <p:txBody>
          <a:bodyPr/>
          <a:lstStyle/>
          <a:p>
            <a:pPr fontAlgn="base">
              <a:spcBef>
                <a:spcPct val="0"/>
              </a:spcBef>
              <a:spcAft>
                <a:spcPct val="0"/>
              </a:spcAft>
            </a:pPr>
            <a:endParaRPr lang="en-US" sz="1600" b="1" dirty="0">
              <a:solidFill>
                <a:srgbClr val="464653"/>
              </a:solidFill>
              <a:latin typeface="Trebuchet MS" pitchFamily="34" charset="0"/>
              <a:ea typeface="MS PGothic" pitchFamily="34" charset="-128"/>
              <a:cs typeface="Arial" charset="0"/>
            </a:endParaRPr>
          </a:p>
        </p:txBody>
      </p:sp>
      <p:sp>
        <p:nvSpPr>
          <p:cNvPr id="6" name="Footer Placeholder 5"/>
          <p:cNvSpPr>
            <a:spLocks noGrp="1"/>
          </p:cNvSpPr>
          <p:nvPr>
            <p:ph type="ftr" sz="quarter" idx="11"/>
          </p:nvPr>
        </p:nvSpPr>
        <p:spPr/>
        <p:txBody>
          <a:bodyPr/>
          <a:lstStyle/>
          <a:p>
            <a:r>
              <a:rPr lang="en-US" dirty="0">
                <a:solidFill>
                  <a:srgbClr val="464653"/>
                </a:solidFill>
              </a:rPr>
              <a:t>Poverty Maps in Croatia – 18 December 2015</a:t>
            </a:r>
          </a:p>
        </p:txBody>
      </p:sp>
      <p:sp>
        <p:nvSpPr>
          <p:cNvPr id="7" name="Slide Number Placeholder 6"/>
          <p:cNvSpPr>
            <a:spLocks noGrp="1"/>
          </p:cNvSpPr>
          <p:nvPr>
            <p:ph type="sldNum" sz="quarter" idx="12"/>
          </p:nvPr>
        </p:nvSpPr>
        <p:spPr/>
        <p:txBody>
          <a:bodyPr/>
          <a:lstStyle/>
          <a:p>
            <a:fld id="{E87C89A7-DD7D-46E7-9892-B321C4D47B66}" type="slidenum">
              <a:rPr lang="en-US" smtClean="0">
                <a:solidFill>
                  <a:srgbClr val="464653"/>
                </a:solidFill>
              </a:rPr>
              <a:pPr/>
              <a:t>‹#›</a:t>
            </a:fld>
            <a:endParaRPr lang="en-US" dirty="0">
              <a:solidFill>
                <a:srgbClr val="464653"/>
              </a:solidFill>
            </a:endParaRPr>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875393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Full Page with Sub-Title">
    <p:spTree>
      <p:nvGrpSpPr>
        <p:cNvPr id="1" name=""/>
        <p:cNvGrpSpPr/>
        <p:nvPr/>
      </p:nvGrpSpPr>
      <p:grpSpPr>
        <a:xfrm>
          <a:off x="0" y="0"/>
          <a:ext cx="0" cy="0"/>
          <a:chOff x="0" y="0"/>
          <a:chExt cx="0" cy="0"/>
        </a:xfrm>
      </p:grpSpPr>
      <p:sp>
        <p:nvSpPr>
          <p:cNvPr id="5" name="Freeform 1682"/>
          <p:cNvSpPr>
            <a:spLocks/>
          </p:cNvSpPr>
          <p:nvPr/>
        </p:nvSpPr>
        <p:spPr bwMode="auto">
          <a:xfrm flipH="1">
            <a:off x="8506884" y="615951"/>
            <a:ext cx="1352549" cy="1895475"/>
          </a:xfrm>
          <a:custGeom>
            <a:avLst/>
            <a:gdLst>
              <a:gd name="T0" fmla="*/ 0 w 638"/>
              <a:gd name="T1" fmla="*/ 0 h 1194"/>
              <a:gd name="T2" fmla="*/ 2147483647 w 638"/>
              <a:gd name="T3" fmla="*/ 2147483647 h 1194"/>
              <a:gd name="T4" fmla="*/ 2147483647 w 638"/>
              <a:gd name="T5" fmla="*/ 2147483647 h 1194"/>
              <a:gd name="T6" fmla="*/ 2147483647 w 638"/>
              <a:gd name="T7" fmla="*/ 2147483647 h 1194"/>
              <a:gd name="T8" fmla="*/ 2147483647 w 638"/>
              <a:gd name="T9" fmla="*/ 2147483647 h 1194"/>
              <a:gd name="T10" fmla="*/ 2147483647 w 638"/>
              <a:gd name="T11" fmla="*/ 2147483647 h 1194"/>
              <a:gd name="T12" fmla="*/ 2147483647 w 638"/>
              <a:gd name="T13" fmla="*/ 2147483647 h 1194"/>
              <a:gd name="T14" fmla="*/ 2147483647 w 638"/>
              <a:gd name="T15" fmla="*/ 2147483647 h 1194"/>
              <a:gd name="T16" fmla="*/ 2147483647 w 638"/>
              <a:gd name="T17" fmla="*/ 2147483647 h 1194"/>
              <a:gd name="T18" fmla="*/ 2147483647 w 638"/>
              <a:gd name="T19" fmla="*/ 2147483647 h 1194"/>
              <a:gd name="T20" fmla="*/ 2147483647 w 638"/>
              <a:gd name="T21" fmla="*/ 2147483647 h 1194"/>
              <a:gd name="T22" fmla="*/ 2147483647 w 638"/>
              <a:gd name="T23" fmla="*/ 2147483647 h 1194"/>
              <a:gd name="T24" fmla="*/ 2147483647 w 638"/>
              <a:gd name="T25" fmla="*/ 2147483647 h 1194"/>
              <a:gd name="T26" fmla="*/ 2147483647 w 638"/>
              <a:gd name="T27" fmla="*/ 2147483647 h 1194"/>
              <a:gd name="T28" fmla="*/ 2147483647 w 638"/>
              <a:gd name="T29" fmla="*/ 2147483647 h 1194"/>
              <a:gd name="T30" fmla="*/ 2147483647 w 638"/>
              <a:gd name="T31" fmla="*/ 2147483647 h 1194"/>
              <a:gd name="T32" fmla="*/ 2147483647 w 638"/>
              <a:gd name="T33" fmla="*/ 2147483647 h 1194"/>
              <a:gd name="T34" fmla="*/ 2147483647 w 638"/>
              <a:gd name="T35" fmla="*/ 2147483647 h 1194"/>
              <a:gd name="T36" fmla="*/ 2147483647 w 638"/>
              <a:gd name="T37" fmla="*/ 2147483647 h 1194"/>
              <a:gd name="T38" fmla="*/ 2147483647 w 638"/>
              <a:gd name="T39" fmla="*/ 2147483647 h 1194"/>
              <a:gd name="T40" fmla="*/ 2147483647 w 638"/>
              <a:gd name="T41" fmla="*/ 2147483647 h 1194"/>
              <a:gd name="T42" fmla="*/ 2147483647 w 638"/>
              <a:gd name="T43" fmla="*/ 2147483647 h 1194"/>
              <a:gd name="T44" fmla="*/ 2147483647 w 638"/>
              <a:gd name="T45" fmla="*/ 2147483647 h 1194"/>
              <a:gd name="T46" fmla="*/ 2147483647 w 638"/>
              <a:gd name="T47" fmla="*/ 2147483647 h 1194"/>
              <a:gd name="T48" fmla="*/ 2147483647 w 638"/>
              <a:gd name="T49" fmla="*/ 2147483647 h 1194"/>
              <a:gd name="T50" fmla="*/ 2147483647 w 638"/>
              <a:gd name="T51" fmla="*/ 2147483647 h 1194"/>
              <a:gd name="T52" fmla="*/ 2147483647 w 638"/>
              <a:gd name="T53" fmla="*/ 2147483647 h 1194"/>
              <a:gd name="T54" fmla="*/ 2147483647 w 638"/>
              <a:gd name="T55" fmla="*/ 2147483647 h 1194"/>
              <a:gd name="T56" fmla="*/ 0 w 638"/>
              <a:gd name="T57" fmla="*/ 0 h 11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38" h="1194">
                <a:moveTo>
                  <a:pt x="0" y="0"/>
                </a:moveTo>
                <a:lnTo>
                  <a:pt x="38" y="110"/>
                </a:lnTo>
                <a:lnTo>
                  <a:pt x="78" y="216"/>
                </a:lnTo>
                <a:lnTo>
                  <a:pt x="106" y="304"/>
                </a:lnTo>
                <a:lnTo>
                  <a:pt x="136" y="398"/>
                </a:lnTo>
                <a:lnTo>
                  <a:pt x="164" y="506"/>
                </a:lnTo>
                <a:lnTo>
                  <a:pt x="206" y="672"/>
                </a:lnTo>
                <a:lnTo>
                  <a:pt x="236" y="788"/>
                </a:lnTo>
                <a:lnTo>
                  <a:pt x="272" y="990"/>
                </a:lnTo>
                <a:lnTo>
                  <a:pt x="286" y="1086"/>
                </a:lnTo>
                <a:lnTo>
                  <a:pt x="302" y="1194"/>
                </a:lnTo>
                <a:lnTo>
                  <a:pt x="638" y="1194"/>
                </a:lnTo>
                <a:lnTo>
                  <a:pt x="624" y="1142"/>
                </a:lnTo>
                <a:lnTo>
                  <a:pt x="598" y="1060"/>
                </a:lnTo>
                <a:lnTo>
                  <a:pt x="572" y="980"/>
                </a:lnTo>
                <a:lnTo>
                  <a:pt x="548" y="912"/>
                </a:lnTo>
                <a:lnTo>
                  <a:pt x="494" y="784"/>
                </a:lnTo>
                <a:lnTo>
                  <a:pt x="456" y="698"/>
                </a:lnTo>
                <a:lnTo>
                  <a:pt x="424" y="626"/>
                </a:lnTo>
                <a:lnTo>
                  <a:pt x="378" y="532"/>
                </a:lnTo>
                <a:lnTo>
                  <a:pt x="340" y="470"/>
                </a:lnTo>
                <a:lnTo>
                  <a:pt x="306" y="414"/>
                </a:lnTo>
                <a:lnTo>
                  <a:pt x="268" y="342"/>
                </a:lnTo>
                <a:lnTo>
                  <a:pt x="228" y="286"/>
                </a:lnTo>
                <a:lnTo>
                  <a:pt x="174" y="210"/>
                </a:lnTo>
                <a:lnTo>
                  <a:pt x="122" y="140"/>
                </a:lnTo>
                <a:lnTo>
                  <a:pt x="58" y="52"/>
                </a:lnTo>
                <a:lnTo>
                  <a:pt x="30" y="2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800" dirty="0"/>
          </a:p>
        </p:txBody>
      </p:sp>
      <p:sp>
        <p:nvSpPr>
          <p:cNvPr id="7" name="Freeform 1683"/>
          <p:cNvSpPr>
            <a:spLocks/>
          </p:cNvSpPr>
          <p:nvPr/>
        </p:nvSpPr>
        <p:spPr bwMode="auto">
          <a:xfrm flipH="1">
            <a:off x="9880600" y="3175"/>
            <a:ext cx="950384" cy="584200"/>
          </a:xfrm>
          <a:custGeom>
            <a:avLst/>
            <a:gdLst>
              <a:gd name="T0" fmla="*/ 2147483647 w 448"/>
              <a:gd name="T1" fmla="*/ 2147483647 h 372"/>
              <a:gd name="T2" fmla="*/ 2147483647 w 448"/>
              <a:gd name="T3" fmla="*/ 2147483647 h 372"/>
              <a:gd name="T4" fmla="*/ 2147483647 w 448"/>
              <a:gd name="T5" fmla="*/ 2147483647 h 372"/>
              <a:gd name="T6" fmla="*/ 2147483647 w 448"/>
              <a:gd name="T7" fmla="*/ 2147483647 h 372"/>
              <a:gd name="T8" fmla="*/ 2147483647 w 448"/>
              <a:gd name="T9" fmla="*/ 2147483647 h 372"/>
              <a:gd name="T10" fmla="*/ 2147483647 w 448"/>
              <a:gd name="T11" fmla="*/ 2147483647 h 372"/>
              <a:gd name="T12" fmla="*/ 0 w 448"/>
              <a:gd name="T13" fmla="*/ 0 h 372"/>
              <a:gd name="T14" fmla="*/ 2147483647 w 448"/>
              <a:gd name="T15" fmla="*/ 0 h 372"/>
              <a:gd name="T16" fmla="*/ 2147483647 w 448"/>
              <a:gd name="T17" fmla="*/ 2147483647 h 372"/>
              <a:gd name="T18" fmla="*/ 2147483647 w 448"/>
              <a:gd name="T19" fmla="*/ 2147483647 h 372"/>
              <a:gd name="T20" fmla="*/ 2147483647 w 448"/>
              <a:gd name="T21" fmla="*/ 2147483647 h 372"/>
              <a:gd name="T22" fmla="*/ 2147483647 w 448"/>
              <a:gd name="T23" fmla="*/ 2147483647 h 372"/>
              <a:gd name="T24" fmla="*/ 2147483647 w 448"/>
              <a:gd name="T25" fmla="*/ 2147483647 h 372"/>
              <a:gd name="T26" fmla="*/ 2147483647 w 448"/>
              <a:gd name="T27" fmla="*/ 2147483647 h 372"/>
              <a:gd name="T28" fmla="*/ 2147483647 w 448"/>
              <a:gd name="T29" fmla="*/ 2147483647 h 3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8" h="372">
                <a:moveTo>
                  <a:pt x="448" y="372"/>
                </a:moveTo>
                <a:lnTo>
                  <a:pt x="388" y="302"/>
                </a:lnTo>
                <a:lnTo>
                  <a:pt x="280" y="208"/>
                </a:lnTo>
                <a:lnTo>
                  <a:pt x="210" y="142"/>
                </a:lnTo>
                <a:lnTo>
                  <a:pt x="140" y="94"/>
                </a:lnTo>
                <a:lnTo>
                  <a:pt x="64" y="44"/>
                </a:lnTo>
                <a:lnTo>
                  <a:pt x="0" y="0"/>
                </a:lnTo>
                <a:lnTo>
                  <a:pt x="280" y="0"/>
                </a:lnTo>
                <a:lnTo>
                  <a:pt x="300" y="36"/>
                </a:lnTo>
                <a:lnTo>
                  <a:pt x="324" y="82"/>
                </a:lnTo>
                <a:lnTo>
                  <a:pt x="346" y="134"/>
                </a:lnTo>
                <a:lnTo>
                  <a:pt x="378" y="206"/>
                </a:lnTo>
                <a:lnTo>
                  <a:pt x="408" y="264"/>
                </a:lnTo>
                <a:lnTo>
                  <a:pt x="434" y="334"/>
                </a:lnTo>
                <a:lnTo>
                  <a:pt x="448" y="37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en-US" sz="1800" dirty="0"/>
          </a:p>
        </p:txBody>
      </p:sp>
      <p:sp>
        <p:nvSpPr>
          <p:cNvPr id="324" name="Title 323"/>
          <p:cNvSpPr>
            <a:spLocks noGrp="1"/>
          </p:cNvSpPr>
          <p:nvPr>
            <p:ph type="title"/>
          </p:nvPr>
        </p:nvSpPr>
        <p:spPr>
          <a:xfrm>
            <a:off x="475913" y="301625"/>
            <a:ext cx="11252649" cy="667338"/>
          </a:xfrm>
        </p:spPr>
        <p:txBody>
          <a:bodyPr/>
          <a:lstStyle>
            <a:lvl1pPr>
              <a:defRPr b="0" i="0" cap="none" baseline="0">
                <a:solidFill>
                  <a:srgbClr val="021F43"/>
                </a:solidFill>
                <a:latin typeface="+mn-lt"/>
                <a:cs typeface="Andes ExtraLight"/>
              </a:defRPr>
            </a:lvl1pPr>
          </a:lstStyle>
          <a:p>
            <a:r>
              <a:rPr lang="en-US"/>
              <a:t>Click to edit Master title style</a:t>
            </a:r>
            <a:endParaRPr lang="en-US" dirty="0"/>
          </a:p>
        </p:txBody>
      </p:sp>
      <p:sp>
        <p:nvSpPr>
          <p:cNvPr id="331" name="Content Placeholder 330"/>
          <p:cNvSpPr>
            <a:spLocks noGrp="1"/>
          </p:cNvSpPr>
          <p:nvPr>
            <p:ph sz="quarter" idx="10"/>
          </p:nvPr>
        </p:nvSpPr>
        <p:spPr>
          <a:xfrm>
            <a:off x="475913" y="1599260"/>
            <a:ext cx="11253740" cy="4462104"/>
          </a:xfrm>
        </p:spPr>
        <p:txBody>
          <a:bodyPr/>
          <a:lstStyle>
            <a:lvl1pPr>
              <a:defRPr>
                <a:solidFill>
                  <a:srgbClr val="7F7F7F"/>
                </a:solidFill>
              </a:defRPr>
            </a:lvl1pPr>
            <a:lvl2pPr>
              <a:buClr>
                <a:schemeClr val="tx2">
                  <a:lumMod val="50000"/>
                  <a:lumOff val="50000"/>
                </a:schemeClr>
              </a:buClr>
              <a:defRPr>
                <a:solidFill>
                  <a:srgbClr val="7F7F7F"/>
                </a:solidFill>
              </a:defRPr>
            </a:lvl2pPr>
            <a:lvl3pPr marL="557784">
              <a:buClr>
                <a:schemeClr val="tx2">
                  <a:lumMod val="50000"/>
                  <a:lumOff val="50000"/>
                </a:schemeClr>
              </a:buClr>
              <a:defRPr>
                <a:solidFill>
                  <a:srgbClr val="7F7F7F"/>
                </a:solidFill>
              </a:defRPr>
            </a:lvl3pPr>
            <a:lvl4pPr>
              <a:buClr>
                <a:schemeClr val="tx2">
                  <a:lumMod val="50000"/>
                  <a:lumOff val="50000"/>
                </a:schemeClr>
              </a:buClr>
              <a:defRPr>
                <a:solidFill>
                  <a:srgbClr val="7F7F7F"/>
                </a:solidFill>
              </a:defRPr>
            </a:lvl4pPr>
            <a:lvl5pPr>
              <a:buClr>
                <a:schemeClr val="tx2">
                  <a:lumMod val="50000"/>
                  <a:lumOff val="50000"/>
                </a:schemeClr>
              </a:buClr>
              <a:defRPr>
                <a:solidFill>
                  <a:srgbClr val="7F7F7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4"/>
          </p:nvPr>
        </p:nvSpPr>
        <p:spPr>
          <a:xfrm>
            <a:off x="475913" y="1025408"/>
            <a:ext cx="11247297" cy="517408"/>
          </a:xfrm>
        </p:spPr>
        <p:txBody>
          <a:bodyPr>
            <a:normAutofit/>
          </a:bodyPr>
          <a:lstStyle>
            <a:lvl1pPr algn="l">
              <a:lnSpc>
                <a:spcPct val="100000"/>
              </a:lnSpc>
              <a:spcBef>
                <a:spcPts val="0"/>
              </a:spcBef>
              <a:defRPr sz="1600" b="0" cap="none" baseline="0">
                <a:solidFill>
                  <a:schemeClr val="tx1"/>
                </a:solidFill>
              </a:defRPr>
            </a:lvl1pPr>
            <a:lvl2pPr>
              <a:defRPr sz="1600" cap="all">
                <a:solidFill>
                  <a:schemeClr val="tx2">
                    <a:lumMod val="50000"/>
                    <a:lumOff val="50000"/>
                  </a:schemeClr>
                </a:solidFill>
              </a:defRPr>
            </a:lvl2pPr>
            <a:lvl3pPr>
              <a:defRPr sz="1600" cap="all">
                <a:solidFill>
                  <a:schemeClr val="tx2">
                    <a:lumMod val="50000"/>
                    <a:lumOff val="50000"/>
                  </a:schemeClr>
                </a:solidFill>
              </a:defRPr>
            </a:lvl3pPr>
            <a:lvl4pPr>
              <a:defRPr sz="1600" cap="all">
                <a:solidFill>
                  <a:schemeClr val="tx2">
                    <a:lumMod val="50000"/>
                    <a:lumOff val="50000"/>
                  </a:schemeClr>
                </a:solidFill>
              </a:defRPr>
            </a:lvl4pPr>
            <a:lvl5pPr>
              <a:defRPr sz="1600" cap="all">
                <a:solidFill>
                  <a:schemeClr val="tx2">
                    <a:lumMod val="50000"/>
                    <a:lumOff val="50000"/>
                  </a:schemeClr>
                </a:solidFill>
              </a:defRPr>
            </a:lvl5pPr>
          </a:lstStyle>
          <a:p>
            <a:pPr lvl="0"/>
            <a:r>
              <a:rPr lang="en-US"/>
              <a:t>Click to edit Master text styles</a:t>
            </a:r>
          </a:p>
        </p:txBody>
      </p:sp>
      <p:sp>
        <p:nvSpPr>
          <p:cNvPr id="8" name="Footer Placeholder 8"/>
          <p:cNvSpPr>
            <a:spLocks noGrp="1"/>
          </p:cNvSpPr>
          <p:nvPr>
            <p:ph type="ftr" sz="quarter" idx="15"/>
          </p:nvPr>
        </p:nvSpPr>
        <p:spPr>
          <a:xfrm>
            <a:off x="1337734" y="6356351"/>
            <a:ext cx="7609417" cy="365125"/>
          </a:xfrm>
          <a:prstGeom prst="rect">
            <a:avLst/>
          </a:prstGeom>
        </p:spPr>
        <p:txBody>
          <a:bodyPr/>
          <a:lstStyle>
            <a:lvl1pPr>
              <a:defRPr/>
            </a:lvl1pPr>
          </a:lstStyle>
          <a:p>
            <a:pPr>
              <a:defRPr/>
            </a:pPr>
            <a:r>
              <a:rPr lang="en-US" dirty="0"/>
              <a:t>South Caucasus Programmatic Poverty Assessment: Armenia Program</a:t>
            </a:r>
          </a:p>
        </p:txBody>
      </p:sp>
      <p:sp>
        <p:nvSpPr>
          <p:cNvPr id="9" name="Slide Number Placeholder 9"/>
          <p:cNvSpPr>
            <a:spLocks noGrp="1"/>
          </p:cNvSpPr>
          <p:nvPr>
            <p:ph type="sldNum" sz="quarter" idx="16"/>
          </p:nvPr>
        </p:nvSpPr>
        <p:spPr>
          <a:xfrm>
            <a:off x="476251" y="6350001"/>
            <a:ext cx="736600" cy="358775"/>
          </a:xfrm>
          <a:prstGeom prst="rect">
            <a:avLst/>
          </a:prstGeom>
        </p:spPr>
        <p:txBody>
          <a:bodyPr/>
          <a:lstStyle>
            <a:lvl1pPr>
              <a:defRPr/>
            </a:lvl1pPr>
          </a:lstStyle>
          <a:p>
            <a:pPr>
              <a:defRPr/>
            </a:pPr>
            <a:fld id="{A137B669-9FFC-4949-B4B6-D4ECF2422F39}" type="slidenum">
              <a:rPr lang="en-US"/>
              <a:pPr>
                <a:defRPr/>
              </a:pPr>
              <a:t>‹#›</a:t>
            </a:fld>
            <a:endParaRPr lang="en-US" dirty="0"/>
          </a:p>
        </p:txBody>
      </p:sp>
    </p:spTree>
    <p:extLst>
      <p:ext uri="{BB962C8B-B14F-4D97-AF65-F5344CB8AC3E}">
        <p14:creationId xmlns:p14="http://schemas.microsoft.com/office/powerpoint/2010/main" val="35870971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4" name="Picture 7" descr="background pptx 16x9 title.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 y="0"/>
            <a:ext cx="1218776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MRRFEU pasica logotipi pptx 16x9 new.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89469" y="5509685"/>
            <a:ext cx="11391900" cy="1532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32196" y="1744414"/>
            <a:ext cx="10363200" cy="723851"/>
          </a:xfrm>
        </p:spPr>
        <p:txBody>
          <a:bodyPr/>
          <a:lstStyle>
            <a:lvl1pPr>
              <a:defRPr b="0" i="0">
                <a:latin typeface="VladaRHSans Med"/>
              </a:defRPr>
            </a:lvl1pPr>
          </a:lstStyle>
          <a:p>
            <a:r>
              <a:rPr lang="ta-IN" dirty="0"/>
              <a:t>Click to edit Master title style</a:t>
            </a:r>
            <a:endParaRPr lang="en-US" dirty="0"/>
          </a:p>
        </p:txBody>
      </p:sp>
      <p:sp>
        <p:nvSpPr>
          <p:cNvPr id="3" name="Subtitle 2"/>
          <p:cNvSpPr>
            <a:spLocks noGrp="1"/>
          </p:cNvSpPr>
          <p:nvPr>
            <p:ph type="subTitle" idx="1"/>
          </p:nvPr>
        </p:nvSpPr>
        <p:spPr>
          <a:xfrm>
            <a:off x="632196" y="2483691"/>
            <a:ext cx="8534400" cy="506095"/>
          </a:xfrm>
        </p:spPr>
        <p:txBody>
          <a:bodyPr>
            <a:noAutofit/>
          </a:bodyPr>
          <a:lstStyle>
            <a:lvl1pPr marL="0" indent="0" algn="l">
              <a:buNone/>
              <a:defRPr sz="2000" cap="all">
                <a:solidFill>
                  <a:schemeClr val="tx1"/>
                </a:solidFill>
                <a:latin typeface="Neo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a-IN" dirty="0"/>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fld id="{99C0BDC0-57FB-4FED-958D-15615EC5AC3E}" type="datetime1">
              <a:rPr lang="en-US" altLang="en-US"/>
              <a:pPr/>
              <a:t>10/21/2024</a:t>
            </a:fld>
            <a:endParaRPr lang="en-US" altLang="en-US" dirty="0"/>
          </a:p>
        </p:txBody>
      </p:sp>
      <p:sp>
        <p:nvSpPr>
          <p:cNvPr id="7" name="Slide Number Placeholder 5"/>
          <p:cNvSpPr>
            <a:spLocks noGrp="1"/>
          </p:cNvSpPr>
          <p:nvPr>
            <p:ph type="sldNum" sz="quarter" idx="11"/>
          </p:nvPr>
        </p:nvSpPr>
        <p:spPr>
          <a:xfrm>
            <a:off x="9230784" y="6582835"/>
            <a:ext cx="2844800" cy="275167"/>
          </a:xfrm>
          <a:prstGeom prst="rect">
            <a:avLst/>
          </a:prstGeom>
        </p:spPr>
        <p:txBody>
          <a:bodyPr/>
          <a:lstStyle>
            <a:lvl1pPr>
              <a:defRPr/>
            </a:lvl1pPr>
          </a:lstStyle>
          <a:p>
            <a:fld id="{F8532DF9-5820-49A3-B3BA-930B785D2460}" type="slidenum">
              <a:rPr lang="en-US" altLang="en-US"/>
              <a:pPr/>
              <a:t>‹#›</a:t>
            </a:fld>
            <a:endParaRPr lang="en-US" altLang="en-US" dirty="0"/>
          </a:p>
        </p:txBody>
      </p:sp>
    </p:spTree>
    <p:extLst>
      <p:ext uri="{BB962C8B-B14F-4D97-AF65-F5344CB8AC3E}">
        <p14:creationId xmlns:p14="http://schemas.microsoft.com/office/powerpoint/2010/main" val="38073185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Light Blue Title Slide">
    <p:spTree>
      <p:nvGrpSpPr>
        <p:cNvPr id="1" name=""/>
        <p:cNvGrpSpPr/>
        <p:nvPr/>
      </p:nvGrpSpPr>
      <p:grpSpPr>
        <a:xfrm>
          <a:off x="0" y="0"/>
          <a:ext cx="0" cy="0"/>
          <a:chOff x="0" y="0"/>
          <a:chExt cx="0" cy="0"/>
        </a:xfrm>
      </p:grpSpPr>
      <p:sp>
        <p:nvSpPr>
          <p:cNvPr id="6" name="Rectangle 5"/>
          <p:cNvSpPr>
            <a:spLocks noChangeArrowheads="1"/>
          </p:cNvSpPr>
          <p:nvPr/>
        </p:nvSpPr>
        <p:spPr bwMode="auto">
          <a:xfrm flipV="1">
            <a:off x="0" y="3"/>
            <a:ext cx="12192000" cy="4479925"/>
          </a:xfrm>
          <a:prstGeom prst="rect">
            <a:avLst/>
          </a:prstGeom>
          <a:solidFill>
            <a:srgbClr val="139AF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975" b="0" dirty="0">
              <a:cs typeface="+mn-cs"/>
            </a:endParaRPr>
          </a:p>
        </p:txBody>
      </p:sp>
      <p:sp>
        <p:nvSpPr>
          <p:cNvPr id="7" name="Rectangle 6"/>
          <p:cNvSpPr>
            <a:spLocks noChangeArrowheads="1"/>
          </p:cNvSpPr>
          <p:nvPr/>
        </p:nvSpPr>
        <p:spPr bwMode="auto">
          <a:xfrm>
            <a:off x="0" y="4311653"/>
            <a:ext cx="12192000" cy="176213"/>
          </a:xfrm>
          <a:prstGeom prst="rect">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marL="115888" indent="-115888" eaLnBrk="0" hangingPunct="0">
              <a:defRPr sz="1600" b="1">
                <a:solidFill>
                  <a:schemeClr val="tx1"/>
                </a:solidFill>
                <a:latin typeface="Trebuchet MS" pitchFamily="34" charset="0"/>
                <a:ea typeface="MS PGothic" pitchFamily="34" charset="-128"/>
              </a:defRPr>
            </a:lvl1pPr>
            <a:lvl2pPr marL="742950" indent="-285750" eaLnBrk="0" hangingPunct="0">
              <a:defRPr sz="1600" b="1">
                <a:solidFill>
                  <a:schemeClr val="tx1"/>
                </a:solidFill>
                <a:latin typeface="Trebuchet MS" pitchFamily="34" charset="0"/>
                <a:ea typeface="MS PGothic" pitchFamily="34" charset="-128"/>
              </a:defRPr>
            </a:lvl2pPr>
            <a:lvl3pPr marL="1143000" indent="-228600" eaLnBrk="0" hangingPunct="0">
              <a:defRPr sz="1600" b="1">
                <a:solidFill>
                  <a:schemeClr val="tx1"/>
                </a:solidFill>
                <a:latin typeface="Trebuchet MS" pitchFamily="34" charset="0"/>
                <a:ea typeface="MS PGothic" pitchFamily="34" charset="-128"/>
              </a:defRPr>
            </a:lvl3pPr>
            <a:lvl4pPr marL="1600200" indent="-228600" eaLnBrk="0" hangingPunct="0">
              <a:defRPr sz="1600" b="1">
                <a:solidFill>
                  <a:schemeClr val="tx1"/>
                </a:solidFill>
                <a:latin typeface="Trebuchet MS" pitchFamily="34" charset="0"/>
                <a:ea typeface="MS PGothic" pitchFamily="34" charset="-128"/>
              </a:defRPr>
            </a:lvl4pPr>
            <a:lvl5pPr marL="2057400" indent="-228600" eaLnBrk="0" hangingPunct="0">
              <a:defRPr sz="1600" b="1">
                <a:solidFill>
                  <a:schemeClr val="tx1"/>
                </a:solidFill>
                <a:latin typeface="Trebuchet MS" pitchFamily="34" charset="0"/>
                <a:ea typeface="MS PGothic" pitchFamily="34" charset="-128"/>
              </a:defRPr>
            </a:lvl5pPr>
            <a:lvl6pPr marL="2514600" indent="-228600" eaLnBrk="0" fontAlgn="base" hangingPunct="0">
              <a:spcBef>
                <a:spcPct val="0"/>
              </a:spcBef>
              <a:spcAft>
                <a:spcPct val="0"/>
              </a:spcAft>
              <a:defRPr sz="1600" b="1">
                <a:solidFill>
                  <a:schemeClr val="tx1"/>
                </a:solidFill>
                <a:latin typeface="Trebuchet MS" pitchFamily="34" charset="0"/>
                <a:ea typeface="MS PGothic" pitchFamily="34" charset="-128"/>
              </a:defRPr>
            </a:lvl6pPr>
            <a:lvl7pPr marL="2971800" indent="-228600" eaLnBrk="0" fontAlgn="base" hangingPunct="0">
              <a:spcBef>
                <a:spcPct val="0"/>
              </a:spcBef>
              <a:spcAft>
                <a:spcPct val="0"/>
              </a:spcAft>
              <a:defRPr sz="1600" b="1">
                <a:solidFill>
                  <a:schemeClr val="tx1"/>
                </a:solidFill>
                <a:latin typeface="Trebuchet MS" pitchFamily="34" charset="0"/>
                <a:ea typeface="MS PGothic" pitchFamily="34" charset="-128"/>
              </a:defRPr>
            </a:lvl7pPr>
            <a:lvl8pPr marL="3429000" indent="-228600" eaLnBrk="0" fontAlgn="base" hangingPunct="0">
              <a:spcBef>
                <a:spcPct val="0"/>
              </a:spcBef>
              <a:spcAft>
                <a:spcPct val="0"/>
              </a:spcAft>
              <a:defRPr sz="1600" b="1">
                <a:solidFill>
                  <a:schemeClr val="tx1"/>
                </a:solidFill>
                <a:latin typeface="Trebuchet MS" pitchFamily="34" charset="0"/>
                <a:ea typeface="MS PGothic" pitchFamily="34" charset="-128"/>
              </a:defRPr>
            </a:lvl8pPr>
            <a:lvl9pPr marL="3886200" indent="-228600" eaLnBrk="0" fontAlgn="base" hangingPunct="0">
              <a:spcBef>
                <a:spcPct val="0"/>
              </a:spcBef>
              <a:spcAft>
                <a:spcPct val="0"/>
              </a:spcAft>
              <a:defRPr sz="1600" b="1">
                <a:solidFill>
                  <a:schemeClr val="tx1"/>
                </a:solidFill>
                <a:latin typeface="Trebuchet MS" pitchFamily="34" charset="0"/>
                <a:ea typeface="MS PGothic" pitchFamily="34" charset="-128"/>
              </a:defRPr>
            </a:lvl9pPr>
          </a:lstStyle>
          <a:p>
            <a:pPr eaLnBrk="1" hangingPunct="1">
              <a:spcBef>
                <a:spcPct val="50000"/>
              </a:spcBef>
              <a:buFontTx/>
              <a:buChar char="•"/>
              <a:defRPr/>
            </a:pPr>
            <a:endParaRPr lang="en-US" altLang="en-US" sz="975" b="0" dirty="0">
              <a:solidFill>
                <a:schemeClr val="bg1"/>
              </a:solidFill>
              <a:cs typeface="+mn-cs"/>
            </a:endParaRPr>
          </a:p>
        </p:txBody>
      </p:sp>
      <p:sp>
        <p:nvSpPr>
          <p:cNvPr id="330" name="Title 329"/>
          <p:cNvSpPr>
            <a:spLocks noGrp="1"/>
          </p:cNvSpPr>
          <p:nvPr>
            <p:ph type="title"/>
          </p:nvPr>
        </p:nvSpPr>
        <p:spPr>
          <a:xfrm>
            <a:off x="2016832" y="1189792"/>
            <a:ext cx="9295741" cy="1822161"/>
          </a:xfrm>
        </p:spPr>
        <p:txBody>
          <a:bodyPr anchor="b"/>
          <a:lstStyle>
            <a:lvl1pPr>
              <a:lnSpc>
                <a:spcPct val="100000"/>
              </a:lnSpc>
              <a:spcBef>
                <a:spcPts val="0"/>
              </a:spcBef>
              <a:defRPr sz="2700" b="1" baseline="0">
                <a:solidFill>
                  <a:schemeClr val="bg1"/>
                </a:solidFill>
              </a:defRPr>
            </a:lvl1pPr>
          </a:lstStyle>
          <a:p>
            <a:r>
              <a:rPr lang="en-US"/>
              <a:t>Click to edit Master title style</a:t>
            </a:r>
            <a:endParaRPr lang="en-US" dirty="0"/>
          </a:p>
        </p:txBody>
      </p:sp>
      <p:sp>
        <p:nvSpPr>
          <p:cNvPr id="332" name="Text Placeholder 331"/>
          <p:cNvSpPr>
            <a:spLocks noGrp="1"/>
          </p:cNvSpPr>
          <p:nvPr>
            <p:ph type="body" sz="quarter" idx="13"/>
          </p:nvPr>
        </p:nvSpPr>
        <p:spPr>
          <a:xfrm>
            <a:off x="2033565" y="3000005"/>
            <a:ext cx="9279009" cy="875885"/>
          </a:xfrm>
        </p:spPr>
        <p:txBody>
          <a:bodyPr>
            <a:normAutofit/>
          </a:bodyPr>
          <a:lstStyle>
            <a:lvl1pPr>
              <a:lnSpc>
                <a:spcPct val="100000"/>
              </a:lnSpc>
              <a:spcBef>
                <a:spcPts val="0"/>
              </a:spcBef>
              <a:defRPr sz="1800" b="0" i="0" cap="all" baseline="0">
                <a:solidFill>
                  <a:srgbClr val="FFFFFF"/>
                </a:solidFill>
                <a:latin typeface="+mn-lt"/>
                <a:cs typeface="Andes ExtraLight"/>
              </a:defRPr>
            </a:lvl1pPr>
            <a:lvl2pPr>
              <a:defRPr b="0" i="0">
                <a:latin typeface="Andes ExtraLight"/>
                <a:cs typeface="Andes ExtraLight"/>
              </a:defRPr>
            </a:lvl2pPr>
            <a:lvl3pPr>
              <a:defRPr b="0" i="0">
                <a:latin typeface="Andes ExtraLight"/>
                <a:cs typeface="Andes ExtraLight"/>
              </a:defRPr>
            </a:lvl3pPr>
            <a:lvl4pPr>
              <a:defRPr b="0" i="0">
                <a:latin typeface="Andes ExtraLight"/>
                <a:cs typeface="Andes ExtraLight"/>
              </a:defRPr>
            </a:lvl4pPr>
            <a:lvl5pPr>
              <a:defRPr b="0" i="0">
                <a:latin typeface="Andes ExtraLight"/>
                <a:cs typeface="Andes ExtraLight"/>
              </a:defRPr>
            </a:lvl5pPr>
          </a:lstStyle>
          <a:p>
            <a:pPr lvl="0"/>
            <a:r>
              <a:rPr lang="en-US"/>
              <a:t>Click to edit Master text styles</a:t>
            </a:r>
          </a:p>
        </p:txBody>
      </p:sp>
      <p:sp>
        <p:nvSpPr>
          <p:cNvPr id="69" name="Text Placeholder 331"/>
          <p:cNvSpPr>
            <a:spLocks noGrp="1"/>
          </p:cNvSpPr>
          <p:nvPr>
            <p:ph type="body" sz="quarter" idx="14"/>
          </p:nvPr>
        </p:nvSpPr>
        <p:spPr>
          <a:xfrm>
            <a:off x="7576097" y="4699004"/>
            <a:ext cx="3761560" cy="1393637"/>
          </a:xfrm>
        </p:spPr>
        <p:txBody>
          <a:bodyPr anchor="b"/>
          <a:lstStyle>
            <a:lvl1pPr marL="0" marR="0" indent="0" algn="r" defTabSz="685800" rtl="0" eaLnBrk="1" fontAlgn="base" latinLnBrk="0" hangingPunct="1">
              <a:lnSpc>
                <a:spcPct val="115000"/>
              </a:lnSpc>
              <a:spcBef>
                <a:spcPct val="20000"/>
              </a:spcBef>
              <a:spcAft>
                <a:spcPct val="0"/>
              </a:spcAft>
              <a:buClr>
                <a:srgbClr val="00783C"/>
              </a:buClr>
              <a:buSzTx/>
              <a:buFontTx/>
              <a:buNone/>
              <a:tabLst/>
              <a:defRPr sz="1050" b="0" i="0" baseline="0">
                <a:solidFill>
                  <a:schemeClr val="tx1"/>
                </a:solidFill>
                <a:latin typeface="+mn-lt"/>
                <a:cs typeface="Arial"/>
              </a:defRPr>
            </a:lvl1pPr>
            <a:lvl2pPr marL="0" marR="0" indent="0" algn="r" defTabSz="685800" rtl="0" eaLnBrk="1" fontAlgn="base" latinLnBrk="0" hangingPunct="1">
              <a:lnSpc>
                <a:spcPct val="100000"/>
              </a:lnSpc>
              <a:spcBef>
                <a:spcPct val="20000"/>
              </a:spcBef>
              <a:spcAft>
                <a:spcPct val="0"/>
              </a:spcAft>
              <a:buClr>
                <a:srgbClr val="00783C"/>
              </a:buClr>
              <a:buSzTx/>
              <a:buFont typeface="Wingdings" charset="0"/>
              <a:buNone/>
              <a:tabLst/>
              <a:defRPr sz="1050" b="0" i="0">
                <a:latin typeface="+mn-lt"/>
                <a:cs typeface="Andes ExtraLight"/>
              </a:defRPr>
            </a:lvl2pPr>
            <a:lvl3pPr>
              <a:defRPr b="0" i="0">
                <a:latin typeface="Andes ExtraLight"/>
                <a:cs typeface="Andes ExtraLight"/>
              </a:defRPr>
            </a:lvl3pPr>
            <a:lvl4pPr>
              <a:defRPr b="0" i="0">
                <a:latin typeface="Andes ExtraLight"/>
                <a:cs typeface="Andes ExtraLight"/>
              </a:defRPr>
            </a:lvl4pPr>
            <a:lvl5pPr>
              <a:defRPr b="0" i="0">
                <a:latin typeface="Andes ExtraLight"/>
                <a:cs typeface="Andes ExtraLight"/>
              </a:defRPr>
            </a:lvl5pPr>
          </a:lstStyle>
          <a:p>
            <a:pPr lvl="0"/>
            <a:r>
              <a:rPr lang="en-US"/>
              <a:t>Click to edit Master text styles</a:t>
            </a:r>
          </a:p>
          <a:p>
            <a:pPr lvl="1"/>
            <a:r>
              <a:rPr lang="en-US"/>
              <a:t>Second level</a:t>
            </a:r>
          </a:p>
        </p:txBody>
      </p:sp>
      <p:sp>
        <p:nvSpPr>
          <p:cNvPr id="70" name="Picture Placeholder 4"/>
          <p:cNvSpPr>
            <a:spLocks noGrp="1"/>
          </p:cNvSpPr>
          <p:nvPr>
            <p:ph type="pic" sz="quarter" idx="16"/>
          </p:nvPr>
        </p:nvSpPr>
        <p:spPr>
          <a:xfrm>
            <a:off x="677335" y="4699001"/>
            <a:ext cx="6745111" cy="1375832"/>
          </a:xfrm>
          <a:solidFill>
            <a:srgbClr val="FFFFFF"/>
          </a:solidFill>
        </p:spPr>
        <p:txBody>
          <a:bodyPr anchor="ctr">
            <a:normAutofit/>
          </a:bodyPr>
          <a:lstStyle>
            <a:lvl1pPr algn="ctr">
              <a:defRPr baseline="0">
                <a:solidFill>
                  <a:srgbClr val="021F43"/>
                </a:solidFill>
              </a:defRPr>
            </a:lvl1pPr>
          </a:lstStyle>
          <a:p>
            <a:pPr lvl="0"/>
            <a:r>
              <a:rPr lang="en-US" noProof="0" dirty="0"/>
              <a:t>Click icon to add picture</a:t>
            </a:r>
          </a:p>
        </p:txBody>
      </p:sp>
      <p:sp>
        <p:nvSpPr>
          <p:cNvPr id="8" name="Rectangle 1028"/>
          <p:cNvSpPr>
            <a:spLocks noGrp="1" noChangeArrowheads="1"/>
          </p:cNvSpPr>
          <p:nvPr>
            <p:ph type="dt" sz="half" idx="17"/>
          </p:nvPr>
        </p:nvSpPr>
        <p:spPr>
          <a:xfrm>
            <a:off x="7922685" y="6107116"/>
            <a:ext cx="3401483" cy="306387"/>
          </a:xfrm>
        </p:spPr>
        <p:txBody>
          <a:bodyPr rIns="0" anchor="ctr"/>
          <a:lstStyle>
            <a:lvl1pPr algn="r">
              <a:defRPr b="0" i="0">
                <a:solidFill>
                  <a:schemeClr val="tx1"/>
                </a:solidFill>
                <a:latin typeface="Arial"/>
                <a:cs typeface="Arial"/>
              </a:defRPr>
            </a:lvl1pPr>
          </a:lstStyle>
          <a:p>
            <a:fld id="{A8E48989-3616-47CC-A4E3-7B8F52EA802B}" type="datetime1">
              <a:rPr lang="en-US" smtClean="0"/>
              <a:t>10/21/2024</a:t>
            </a:fld>
            <a:endParaRPr lang="en-US" dirty="0"/>
          </a:p>
        </p:txBody>
      </p:sp>
    </p:spTree>
    <p:extLst>
      <p:ext uri="{BB962C8B-B14F-4D97-AF65-F5344CB8AC3E}">
        <p14:creationId xmlns:p14="http://schemas.microsoft.com/office/powerpoint/2010/main" val="4016916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image" Target="../media/image1.png"/><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theme" Target="../theme/theme2.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5D02B-EFB1-44D2-A697-70BEA47DE9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AC850F-6FA0-451F-87E7-165C348753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3266EA-E3D4-4AF9-A59A-CB78629AC7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B2E72D-0B08-4EC6-BC40-51B4ADB629D7}" type="datetimeFigureOut">
              <a:rPr lang="en-US" smtClean="0"/>
              <a:t>10/21/2024</a:t>
            </a:fld>
            <a:endParaRPr lang="en-US"/>
          </a:p>
        </p:txBody>
      </p:sp>
      <p:sp>
        <p:nvSpPr>
          <p:cNvPr id="5" name="Footer Placeholder 4">
            <a:extLst>
              <a:ext uri="{FF2B5EF4-FFF2-40B4-BE49-F238E27FC236}">
                <a16:creationId xmlns:a16="http://schemas.microsoft.com/office/drawing/2014/main" id="{F3220CE1-F5FD-4B5B-90A2-C22D56F994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52C1D4F-F31C-4E37-862E-982656937D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1C24B5-516D-4AB8-80F2-E5C9327CF4C7}" type="slidenum">
              <a:rPr lang="en-US" smtClean="0"/>
              <a:t>‹#›</a:t>
            </a:fld>
            <a:endParaRPr lang="en-US"/>
          </a:p>
        </p:txBody>
      </p:sp>
    </p:spTree>
    <p:extLst>
      <p:ext uri="{BB962C8B-B14F-4D97-AF65-F5344CB8AC3E}">
        <p14:creationId xmlns:p14="http://schemas.microsoft.com/office/powerpoint/2010/main" val="2798568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Freeform 84"/>
          <p:cNvSpPr>
            <a:spLocks/>
          </p:cNvSpPr>
          <p:nvPr/>
        </p:nvSpPr>
        <p:spPr bwMode="auto">
          <a:xfrm flipH="1">
            <a:off x="10919885" y="6323016"/>
            <a:ext cx="465667" cy="534987"/>
          </a:xfrm>
          <a:custGeom>
            <a:avLst/>
            <a:gdLst>
              <a:gd name="T0" fmla="*/ 0 w 638"/>
              <a:gd name="T1" fmla="*/ 0 h 1194"/>
              <a:gd name="T2" fmla="*/ 2147483647 w 638"/>
              <a:gd name="T3" fmla="*/ 2147483647 h 1194"/>
              <a:gd name="T4" fmla="*/ 2147483647 w 638"/>
              <a:gd name="T5" fmla="*/ 2147483647 h 1194"/>
              <a:gd name="T6" fmla="*/ 2147483647 w 638"/>
              <a:gd name="T7" fmla="*/ 2147483647 h 1194"/>
              <a:gd name="T8" fmla="*/ 2147483647 w 638"/>
              <a:gd name="T9" fmla="*/ 2147483647 h 1194"/>
              <a:gd name="T10" fmla="*/ 2147483647 w 638"/>
              <a:gd name="T11" fmla="*/ 2147483647 h 1194"/>
              <a:gd name="T12" fmla="*/ 2147483647 w 638"/>
              <a:gd name="T13" fmla="*/ 2147483647 h 1194"/>
              <a:gd name="T14" fmla="*/ 2147483647 w 638"/>
              <a:gd name="T15" fmla="*/ 2147483647 h 1194"/>
              <a:gd name="T16" fmla="*/ 2147483647 w 638"/>
              <a:gd name="T17" fmla="*/ 2147483647 h 1194"/>
              <a:gd name="T18" fmla="*/ 2147483647 w 638"/>
              <a:gd name="T19" fmla="*/ 2147483647 h 1194"/>
              <a:gd name="T20" fmla="*/ 2147483647 w 638"/>
              <a:gd name="T21" fmla="*/ 2147483647 h 1194"/>
              <a:gd name="T22" fmla="*/ 2147483647 w 638"/>
              <a:gd name="T23" fmla="*/ 2147483647 h 1194"/>
              <a:gd name="T24" fmla="*/ 2147483647 w 638"/>
              <a:gd name="T25" fmla="*/ 2147483647 h 1194"/>
              <a:gd name="T26" fmla="*/ 2147483647 w 638"/>
              <a:gd name="T27" fmla="*/ 2147483647 h 1194"/>
              <a:gd name="T28" fmla="*/ 2147483647 w 638"/>
              <a:gd name="T29" fmla="*/ 2147483647 h 1194"/>
              <a:gd name="T30" fmla="*/ 2147483647 w 638"/>
              <a:gd name="T31" fmla="*/ 2147483647 h 1194"/>
              <a:gd name="T32" fmla="*/ 2147483647 w 638"/>
              <a:gd name="T33" fmla="*/ 2147483647 h 1194"/>
              <a:gd name="T34" fmla="*/ 2147483647 w 638"/>
              <a:gd name="T35" fmla="*/ 2147483647 h 1194"/>
              <a:gd name="T36" fmla="*/ 2147483647 w 638"/>
              <a:gd name="T37" fmla="*/ 2147483647 h 1194"/>
              <a:gd name="T38" fmla="*/ 2147483647 w 638"/>
              <a:gd name="T39" fmla="*/ 2147483647 h 1194"/>
              <a:gd name="T40" fmla="*/ 2147483647 w 638"/>
              <a:gd name="T41" fmla="*/ 2147483647 h 1194"/>
              <a:gd name="T42" fmla="*/ 2147483647 w 638"/>
              <a:gd name="T43" fmla="*/ 2147483647 h 1194"/>
              <a:gd name="T44" fmla="*/ 2147483647 w 638"/>
              <a:gd name="T45" fmla="*/ 2147483647 h 1194"/>
              <a:gd name="T46" fmla="*/ 2147483647 w 638"/>
              <a:gd name="T47" fmla="*/ 2147483647 h 1194"/>
              <a:gd name="T48" fmla="*/ 2147483647 w 638"/>
              <a:gd name="T49" fmla="*/ 2147483647 h 1194"/>
              <a:gd name="T50" fmla="*/ 2147483647 w 638"/>
              <a:gd name="T51" fmla="*/ 2147483647 h 1194"/>
              <a:gd name="T52" fmla="*/ 2147483647 w 638"/>
              <a:gd name="T53" fmla="*/ 2147483647 h 1194"/>
              <a:gd name="T54" fmla="*/ 2147483647 w 638"/>
              <a:gd name="T55" fmla="*/ 1799012972 h 1194"/>
              <a:gd name="T56" fmla="*/ 0 w 638"/>
              <a:gd name="T57" fmla="*/ 0 h 11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38" h="1194">
                <a:moveTo>
                  <a:pt x="0" y="0"/>
                </a:moveTo>
                <a:lnTo>
                  <a:pt x="38" y="110"/>
                </a:lnTo>
                <a:lnTo>
                  <a:pt x="78" y="216"/>
                </a:lnTo>
                <a:lnTo>
                  <a:pt x="106" y="304"/>
                </a:lnTo>
                <a:lnTo>
                  <a:pt x="136" y="398"/>
                </a:lnTo>
                <a:lnTo>
                  <a:pt x="164" y="506"/>
                </a:lnTo>
                <a:lnTo>
                  <a:pt x="206" y="672"/>
                </a:lnTo>
                <a:lnTo>
                  <a:pt x="236" y="788"/>
                </a:lnTo>
                <a:lnTo>
                  <a:pt x="272" y="990"/>
                </a:lnTo>
                <a:lnTo>
                  <a:pt x="286" y="1086"/>
                </a:lnTo>
                <a:lnTo>
                  <a:pt x="302" y="1194"/>
                </a:lnTo>
                <a:lnTo>
                  <a:pt x="638" y="1194"/>
                </a:lnTo>
                <a:lnTo>
                  <a:pt x="624" y="1142"/>
                </a:lnTo>
                <a:lnTo>
                  <a:pt x="598" y="1060"/>
                </a:lnTo>
                <a:lnTo>
                  <a:pt x="572" y="980"/>
                </a:lnTo>
                <a:lnTo>
                  <a:pt x="548" y="912"/>
                </a:lnTo>
                <a:lnTo>
                  <a:pt x="494" y="784"/>
                </a:lnTo>
                <a:lnTo>
                  <a:pt x="456" y="698"/>
                </a:lnTo>
                <a:lnTo>
                  <a:pt x="424" y="626"/>
                </a:lnTo>
                <a:lnTo>
                  <a:pt x="378" y="532"/>
                </a:lnTo>
                <a:lnTo>
                  <a:pt x="340" y="470"/>
                </a:lnTo>
                <a:lnTo>
                  <a:pt x="306" y="414"/>
                </a:lnTo>
                <a:lnTo>
                  <a:pt x="268" y="342"/>
                </a:lnTo>
                <a:lnTo>
                  <a:pt x="228" y="286"/>
                </a:lnTo>
                <a:lnTo>
                  <a:pt x="174" y="210"/>
                </a:lnTo>
                <a:lnTo>
                  <a:pt x="122" y="140"/>
                </a:lnTo>
                <a:lnTo>
                  <a:pt x="58" y="52"/>
                </a:lnTo>
                <a:lnTo>
                  <a:pt x="30" y="2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lIns="0" tIns="0" rIns="0" bIns="0" anchor="ct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051" name="Freeform 85"/>
          <p:cNvSpPr>
            <a:spLocks/>
          </p:cNvSpPr>
          <p:nvPr/>
        </p:nvSpPr>
        <p:spPr bwMode="auto">
          <a:xfrm flipH="1">
            <a:off x="11394017" y="6146800"/>
            <a:ext cx="328083" cy="165100"/>
          </a:xfrm>
          <a:custGeom>
            <a:avLst/>
            <a:gdLst>
              <a:gd name="T0" fmla="*/ 2147483647 w 448"/>
              <a:gd name="T1" fmla="*/ 2147483647 h 372"/>
              <a:gd name="T2" fmla="*/ 2147483647 w 448"/>
              <a:gd name="T3" fmla="*/ 2147483647 h 372"/>
              <a:gd name="T4" fmla="*/ 2147483647 w 448"/>
              <a:gd name="T5" fmla="*/ 2147483647 h 372"/>
              <a:gd name="T6" fmla="*/ 2147483647 w 448"/>
              <a:gd name="T7" fmla="*/ 2147483647 h 372"/>
              <a:gd name="T8" fmla="*/ 2147483647 w 448"/>
              <a:gd name="T9" fmla="*/ 2147483647 h 372"/>
              <a:gd name="T10" fmla="*/ 2147483647 w 448"/>
              <a:gd name="T11" fmla="*/ 2147483647 h 372"/>
              <a:gd name="T12" fmla="*/ 0 w 448"/>
              <a:gd name="T13" fmla="*/ 0 h 372"/>
              <a:gd name="T14" fmla="*/ 2147483647 w 448"/>
              <a:gd name="T15" fmla="*/ 0 h 372"/>
              <a:gd name="T16" fmla="*/ 2147483647 w 448"/>
              <a:gd name="T17" fmla="*/ 2147483647 h 372"/>
              <a:gd name="T18" fmla="*/ 2147483647 w 448"/>
              <a:gd name="T19" fmla="*/ 2147483647 h 372"/>
              <a:gd name="T20" fmla="*/ 2147483647 w 448"/>
              <a:gd name="T21" fmla="*/ 2147483647 h 372"/>
              <a:gd name="T22" fmla="*/ 2147483647 w 448"/>
              <a:gd name="T23" fmla="*/ 2147483647 h 372"/>
              <a:gd name="T24" fmla="*/ 2147483647 w 448"/>
              <a:gd name="T25" fmla="*/ 2147483647 h 372"/>
              <a:gd name="T26" fmla="*/ 2147483647 w 448"/>
              <a:gd name="T27" fmla="*/ 2147483647 h 372"/>
              <a:gd name="T28" fmla="*/ 2147483647 w 448"/>
              <a:gd name="T29" fmla="*/ 2147483647 h 3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8" h="372">
                <a:moveTo>
                  <a:pt x="448" y="372"/>
                </a:moveTo>
                <a:lnTo>
                  <a:pt x="388" y="302"/>
                </a:lnTo>
                <a:lnTo>
                  <a:pt x="280" y="208"/>
                </a:lnTo>
                <a:lnTo>
                  <a:pt x="210" y="142"/>
                </a:lnTo>
                <a:lnTo>
                  <a:pt x="140" y="94"/>
                </a:lnTo>
                <a:lnTo>
                  <a:pt x="64" y="44"/>
                </a:lnTo>
                <a:lnTo>
                  <a:pt x="0" y="0"/>
                </a:lnTo>
                <a:lnTo>
                  <a:pt x="280" y="0"/>
                </a:lnTo>
                <a:lnTo>
                  <a:pt x="300" y="36"/>
                </a:lnTo>
                <a:lnTo>
                  <a:pt x="324" y="82"/>
                </a:lnTo>
                <a:lnTo>
                  <a:pt x="346" y="134"/>
                </a:lnTo>
                <a:lnTo>
                  <a:pt x="378" y="206"/>
                </a:lnTo>
                <a:lnTo>
                  <a:pt x="408" y="264"/>
                </a:lnTo>
                <a:lnTo>
                  <a:pt x="434" y="334"/>
                </a:lnTo>
                <a:lnTo>
                  <a:pt x="448" y="372"/>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lIns="0" tIns="0" rIns="0" bIns="0" anchor="ctr"/>
          <a:lstStyle/>
          <a:p>
            <a:pPr fontAlgn="base">
              <a:spcBef>
                <a:spcPct val="0"/>
              </a:spcBef>
              <a:spcAft>
                <a:spcPct val="0"/>
              </a:spcAft>
            </a:pPr>
            <a:endParaRPr lang="en-US" sz="1600" b="1" dirty="0">
              <a:solidFill>
                <a:srgbClr val="002345"/>
              </a:solidFill>
              <a:latin typeface="Trebuchet MS" pitchFamily="34" charset="0"/>
              <a:ea typeface="MS PGothic" pitchFamily="34" charset="-128"/>
              <a:cs typeface="Arial" charset="0"/>
            </a:endParaRPr>
          </a:p>
        </p:txBody>
      </p:sp>
      <p:sp>
        <p:nvSpPr>
          <p:cNvPr id="2052" name="Rectangle 2"/>
          <p:cNvSpPr>
            <a:spLocks noGrp="1" noChangeArrowheads="1"/>
          </p:cNvSpPr>
          <p:nvPr>
            <p:ph type="title"/>
          </p:nvPr>
        </p:nvSpPr>
        <p:spPr bwMode="auto">
          <a:xfrm>
            <a:off x="476253" y="301625"/>
            <a:ext cx="11281833"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en-US"/>
              <a:t>Click to edit Master title style</a:t>
            </a:r>
          </a:p>
        </p:txBody>
      </p:sp>
      <p:sp>
        <p:nvSpPr>
          <p:cNvPr id="1033" name="Rectangle 3"/>
          <p:cNvSpPr>
            <a:spLocks noGrp="1" noChangeArrowheads="1"/>
          </p:cNvSpPr>
          <p:nvPr>
            <p:ph type="body" idx="1"/>
          </p:nvPr>
        </p:nvSpPr>
        <p:spPr bwMode="auto">
          <a:xfrm>
            <a:off x="476251" y="1697041"/>
            <a:ext cx="11305116" cy="43894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Paragraph content</a:t>
            </a:r>
          </a:p>
          <a:p>
            <a:pPr lvl="1"/>
            <a:r>
              <a:rPr lang="en-US" dirty="0"/>
              <a:t>Bullets</a:t>
            </a:r>
          </a:p>
          <a:p>
            <a:pPr lvl="5"/>
            <a:r>
              <a:rPr lang="en-US" dirty="0"/>
              <a:t>Bullets</a:t>
            </a:r>
          </a:p>
          <a:p>
            <a:pPr lvl="3"/>
            <a:r>
              <a:rPr lang="en-US" dirty="0"/>
              <a:t>Bullets</a:t>
            </a:r>
          </a:p>
          <a:p>
            <a:pPr lvl="4"/>
            <a:r>
              <a:rPr lang="en-US" dirty="0"/>
              <a:t>Bullets</a:t>
            </a:r>
          </a:p>
        </p:txBody>
      </p:sp>
      <p:sp>
        <p:nvSpPr>
          <p:cNvPr id="2054" name="TextBox 7"/>
          <p:cNvSpPr txBox="1">
            <a:spLocks noChangeArrowheads="1"/>
          </p:cNvSpPr>
          <p:nvPr/>
        </p:nvSpPr>
        <p:spPr bwMode="auto">
          <a:xfrm>
            <a:off x="11578169" y="6207125"/>
            <a:ext cx="1847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rebuchet MS" charset="0"/>
                <a:ea typeface="ＭＳ Ｐゴシック" charset="0"/>
                <a:cs typeface="ＭＳ Ｐゴシック" charset="0"/>
              </a:defRPr>
            </a:lvl1pPr>
            <a:lvl2pPr marL="742950" indent="-285750" eaLnBrk="0" hangingPunct="0">
              <a:defRPr sz="1600" b="1">
                <a:solidFill>
                  <a:schemeClr val="tx1"/>
                </a:solidFill>
                <a:latin typeface="Trebuchet MS" charset="0"/>
                <a:ea typeface="ＭＳ Ｐゴシック" charset="0"/>
              </a:defRPr>
            </a:lvl2pPr>
            <a:lvl3pPr marL="1143000" indent="-228600" eaLnBrk="0" hangingPunct="0">
              <a:defRPr sz="1600" b="1">
                <a:solidFill>
                  <a:schemeClr val="tx1"/>
                </a:solidFill>
                <a:latin typeface="Trebuchet MS" charset="0"/>
                <a:ea typeface="ＭＳ Ｐゴシック" charset="0"/>
              </a:defRPr>
            </a:lvl3pPr>
            <a:lvl4pPr marL="1600200" indent="-228600" eaLnBrk="0" hangingPunct="0">
              <a:defRPr sz="1600" b="1">
                <a:solidFill>
                  <a:schemeClr val="tx1"/>
                </a:solidFill>
                <a:latin typeface="Trebuchet MS" charset="0"/>
                <a:ea typeface="ＭＳ Ｐゴシック" charset="0"/>
              </a:defRPr>
            </a:lvl4pPr>
            <a:lvl5pPr marL="2057400" indent="-228600" eaLnBrk="0" hangingPunct="0">
              <a:defRPr sz="1600" b="1">
                <a:solidFill>
                  <a:schemeClr val="tx1"/>
                </a:solidFill>
                <a:latin typeface="Trebuchet MS" charset="0"/>
                <a:ea typeface="ＭＳ Ｐゴシック" charset="0"/>
              </a:defRPr>
            </a:lvl5pPr>
            <a:lvl6pPr marL="2514600" indent="-228600" eaLnBrk="0" fontAlgn="base" hangingPunct="0">
              <a:spcBef>
                <a:spcPct val="0"/>
              </a:spcBef>
              <a:spcAft>
                <a:spcPct val="0"/>
              </a:spcAft>
              <a:defRPr sz="1600" b="1">
                <a:solidFill>
                  <a:schemeClr val="tx1"/>
                </a:solidFill>
                <a:latin typeface="Trebuchet MS" charset="0"/>
                <a:ea typeface="ＭＳ Ｐゴシック" charset="0"/>
              </a:defRPr>
            </a:lvl6pPr>
            <a:lvl7pPr marL="2971800" indent="-228600" eaLnBrk="0" fontAlgn="base" hangingPunct="0">
              <a:spcBef>
                <a:spcPct val="0"/>
              </a:spcBef>
              <a:spcAft>
                <a:spcPct val="0"/>
              </a:spcAft>
              <a:defRPr sz="1600" b="1">
                <a:solidFill>
                  <a:schemeClr val="tx1"/>
                </a:solidFill>
                <a:latin typeface="Trebuchet MS" charset="0"/>
                <a:ea typeface="ＭＳ Ｐゴシック" charset="0"/>
              </a:defRPr>
            </a:lvl7pPr>
            <a:lvl8pPr marL="3429000" indent="-228600" eaLnBrk="0" fontAlgn="base" hangingPunct="0">
              <a:spcBef>
                <a:spcPct val="0"/>
              </a:spcBef>
              <a:spcAft>
                <a:spcPct val="0"/>
              </a:spcAft>
              <a:defRPr sz="1600" b="1">
                <a:solidFill>
                  <a:schemeClr val="tx1"/>
                </a:solidFill>
                <a:latin typeface="Trebuchet MS" charset="0"/>
                <a:ea typeface="ＭＳ Ｐゴシック" charset="0"/>
              </a:defRPr>
            </a:lvl8pPr>
            <a:lvl9pPr marL="3886200" indent="-228600" eaLnBrk="0" fontAlgn="base" hangingPunct="0">
              <a:spcBef>
                <a:spcPct val="0"/>
              </a:spcBef>
              <a:spcAft>
                <a:spcPct val="0"/>
              </a:spcAft>
              <a:defRPr sz="1600" b="1">
                <a:solidFill>
                  <a:schemeClr val="tx1"/>
                </a:solidFill>
                <a:latin typeface="Trebuchet MS" charset="0"/>
                <a:ea typeface="ＭＳ Ｐゴシック" charset="0"/>
              </a:defRPr>
            </a:lvl9pPr>
          </a:lstStyle>
          <a:p>
            <a:pPr eaLnBrk="1" fontAlgn="base" hangingPunct="1">
              <a:spcBef>
                <a:spcPct val="0"/>
              </a:spcBef>
              <a:spcAft>
                <a:spcPct val="0"/>
              </a:spcAft>
              <a:defRPr/>
            </a:pPr>
            <a:endParaRPr lang="en-US" sz="1600" dirty="0">
              <a:solidFill>
                <a:srgbClr val="002345"/>
              </a:solidFill>
            </a:endParaRPr>
          </a:p>
        </p:txBody>
      </p:sp>
      <p:sp>
        <p:nvSpPr>
          <p:cNvPr id="4" name="Slide Number Placeholder 3"/>
          <p:cNvSpPr>
            <a:spLocks noGrp="1"/>
          </p:cNvSpPr>
          <p:nvPr>
            <p:ph type="sldNum" sz="quarter" idx="4"/>
          </p:nvPr>
        </p:nvSpPr>
        <p:spPr>
          <a:xfrm>
            <a:off x="480484" y="6356353"/>
            <a:ext cx="423333" cy="365125"/>
          </a:xfrm>
          <a:prstGeom prst="rect">
            <a:avLst/>
          </a:prstGeom>
        </p:spPr>
        <p:txBody>
          <a:bodyPr vert="horz" lIns="0" tIns="0" rIns="0" bIns="0" rtlCol="0" anchor="ctr">
            <a:normAutofit/>
          </a:bodyPr>
          <a:lstStyle>
            <a:lvl1pPr algn="l">
              <a:defRPr sz="1100" b="0" baseline="0">
                <a:solidFill>
                  <a:schemeClr val="tx2">
                    <a:lumMod val="65000"/>
                    <a:lumOff val="35000"/>
                  </a:schemeClr>
                </a:solidFill>
                <a:latin typeface="+mn-lt"/>
                <a:ea typeface="+mn-ea"/>
                <a:cs typeface="Times New Roman" pitchFamily="18" charset="0"/>
              </a:defRPr>
            </a:lvl1pPr>
          </a:lstStyle>
          <a:p>
            <a:pPr fontAlgn="base">
              <a:spcBef>
                <a:spcPct val="0"/>
              </a:spcBef>
              <a:spcAft>
                <a:spcPct val="0"/>
              </a:spcAft>
              <a:defRPr/>
            </a:pPr>
            <a:fld id="{65029D61-9D28-4AC7-A4EA-84447D2A1217}" type="slidenum">
              <a:rPr lang="en-US">
                <a:solidFill>
                  <a:srgbClr val="000000">
                    <a:lumMod val="65000"/>
                    <a:lumOff val="35000"/>
                  </a:srgbClr>
                </a:solidFill>
              </a:rPr>
              <a:pPr fontAlgn="base">
                <a:spcBef>
                  <a:spcPct val="0"/>
                </a:spcBef>
                <a:spcAft>
                  <a:spcPct val="0"/>
                </a:spcAft>
                <a:defRPr/>
              </a:pPr>
              <a:t>‹#›</a:t>
            </a:fld>
            <a:endParaRPr lang="en-US" dirty="0">
              <a:solidFill>
                <a:srgbClr val="000000">
                  <a:lumMod val="65000"/>
                  <a:lumOff val="35000"/>
                </a:srgbClr>
              </a:solidFill>
            </a:endParaRPr>
          </a:p>
        </p:txBody>
      </p:sp>
      <p:sp>
        <p:nvSpPr>
          <p:cNvPr id="5" name="Footer Placeholder 4"/>
          <p:cNvSpPr>
            <a:spLocks noGrp="1"/>
          </p:cNvSpPr>
          <p:nvPr>
            <p:ph type="ftr" sz="quarter" idx="3"/>
          </p:nvPr>
        </p:nvSpPr>
        <p:spPr>
          <a:xfrm>
            <a:off x="988486" y="6356353"/>
            <a:ext cx="7886700" cy="365125"/>
          </a:xfrm>
          <a:prstGeom prst="rect">
            <a:avLst/>
          </a:prstGeom>
        </p:spPr>
        <p:txBody>
          <a:bodyPr vert="horz" lIns="0" tIns="0" rIns="0" bIns="0" rtlCol="0" anchor="ctr">
            <a:normAutofit/>
          </a:bodyPr>
          <a:lstStyle>
            <a:lvl1pPr algn="l">
              <a:defRPr sz="1100" b="0" baseline="0">
                <a:solidFill>
                  <a:schemeClr val="tx2">
                    <a:lumMod val="65000"/>
                    <a:lumOff val="35000"/>
                  </a:schemeClr>
                </a:solidFill>
                <a:latin typeface="+mn-lt"/>
                <a:ea typeface="+mn-ea"/>
                <a:cs typeface="Times New Roman" pitchFamily="18" charset="0"/>
              </a:defRPr>
            </a:lvl1pPr>
          </a:lstStyle>
          <a:p>
            <a:pPr fontAlgn="base">
              <a:spcBef>
                <a:spcPct val="0"/>
              </a:spcBef>
              <a:spcAft>
                <a:spcPct val="0"/>
              </a:spcAft>
              <a:defRPr/>
            </a:pPr>
            <a:r>
              <a:rPr lang="en-US" dirty="0">
                <a:solidFill>
                  <a:srgbClr val="000000">
                    <a:lumMod val="65000"/>
                    <a:lumOff val="35000"/>
                  </a:srgbClr>
                </a:solidFill>
              </a:rPr>
              <a:t>Poverty Maps in Croatia – 18 December 2015</a:t>
            </a:r>
          </a:p>
        </p:txBody>
      </p:sp>
      <p:pic>
        <p:nvPicPr>
          <p:cNvPr id="2057" name="Picture 10"/>
          <p:cNvPicPr>
            <a:picLocks noChangeAspect="1"/>
          </p:cNvPicPr>
          <p:nvPr/>
        </p:nvPicPr>
        <p:blipFill>
          <a:blip r:embed="rId25">
            <a:extLst>
              <a:ext uri="{28A0092B-C50C-407E-A947-70E740481C1C}">
                <a14:useLocalDpi xmlns:a14="http://schemas.microsoft.com/office/drawing/2010/main" val="0"/>
              </a:ext>
            </a:extLst>
          </a:blip>
          <a:srcRect/>
          <a:stretch>
            <a:fillRect/>
          </a:stretch>
        </p:blipFill>
        <p:spPr bwMode="auto">
          <a:xfrm>
            <a:off x="9220200" y="6311900"/>
            <a:ext cx="2643717"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523177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Lst>
  <p:hf hdr="0" dt="0"/>
  <p:txStyles>
    <p:titleStyle>
      <a:lvl1pPr algn="l" rtl="0" eaLnBrk="0" fontAlgn="base" hangingPunct="0">
        <a:spcBef>
          <a:spcPct val="0"/>
        </a:spcBef>
        <a:spcAft>
          <a:spcPct val="0"/>
        </a:spcAft>
        <a:buFont typeface="Arial" charset="0"/>
        <a:defRPr sz="2200">
          <a:solidFill>
            <a:schemeClr val="tx1"/>
          </a:solidFill>
          <a:latin typeface="+mn-lt"/>
          <a:ea typeface="MS PGothic" pitchFamily="34" charset="-128"/>
          <a:cs typeface="Andes ExtraLight"/>
        </a:defRPr>
      </a:lvl1pPr>
      <a:lvl2pPr algn="l" rtl="0" eaLnBrk="0" fontAlgn="base" hangingPunct="0">
        <a:spcBef>
          <a:spcPct val="0"/>
        </a:spcBef>
        <a:spcAft>
          <a:spcPct val="0"/>
        </a:spcAft>
        <a:buFont typeface="Arial" charset="0"/>
        <a:defRPr sz="2200">
          <a:solidFill>
            <a:schemeClr val="tx1"/>
          </a:solidFill>
          <a:latin typeface="Arial" charset="0"/>
          <a:ea typeface="MS PGothic" pitchFamily="34" charset="-128"/>
          <a:cs typeface="Andes ExtraLight" pitchFamily="50" charset="0"/>
        </a:defRPr>
      </a:lvl2pPr>
      <a:lvl3pPr algn="l" rtl="0" eaLnBrk="0" fontAlgn="base" hangingPunct="0">
        <a:spcBef>
          <a:spcPct val="0"/>
        </a:spcBef>
        <a:spcAft>
          <a:spcPct val="0"/>
        </a:spcAft>
        <a:buFont typeface="Arial" charset="0"/>
        <a:defRPr sz="2200">
          <a:solidFill>
            <a:schemeClr val="tx1"/>
          </a:solidFill>
          <a:latin typeface="Arial" charset="0"/>
          <a:ea typeface="MS PGothic" pitchFamily="34" charset="-128"/>
          <a:cs typeface="Andes ExtraLight" pitchFamily="50" charset="0"/>
        </a:defRPr>
      </a:lvl3pPr>
      <a:lvl4pPr algn="l" rtl="0" eaLnBrk="0" fontAlgn="base" hangingPunct="0">
        <a:spcBef>
          <a:spcPct val="0"/>
        </a:spcBef>
        <a:spcAft>
          <a:spcPct val="0"/>
        </a:spcAft>
        <a:buFont typeface="Arial" charset="0"/>
        <a:defRPr sz="2200">
          <a:solidFill>
            <a:schemeClr val="tx1"/>
          </a:solidFill>
          <a:latin typeface="Arial" charset="0"/>
          <a:ea typeface="MS PGothic" pitchFamily="34" charset="-128"/>
          <a:cs typeface="Andes ExtraLight" pitchFamily="50" charset="0"/>
        </a:defRPr>
      </a:lvl4pPr>
      <a:lvl5pPr algn="l" rtl="0" eaLnBrk="0" fontAlgn="base" hangingPunct="0">
        <a:spcBef>
          <a:spcPct val="0"/>
        </a:spcBef>
        <a:spcAft>
          <a:spcPct val="0"/>
        </a:spcAft>
        <a:buFont typeface="Arial" charset="0"/>
        <a:defRPr sz="2200">
          <a:solidFill>
            <a:schemeClr val="tx1"/>
          </a:solidFill>
          <a:latin typeface="Arial" charset="0"/>
          <a:ea typeface="MS PGothic" pitchFamily="34" charset="-128"/>
          <a:cs typeface="Andes ExtraLight" pitchFamily="50" charset="0"/>
        </a:defRPr>
      </a:lvl5pPr>
      <a:lvl6pPr marL="457200" algn="ctr" rtl="0" fontAlgn="base">
        <a:spcBef>
          <a:spcPct val="0"/>
        </a:spcBef>
        <a:spcAft>
          <a:spcPct val="0"/>
        </a:spcAft>
        <a:defRPr sz="2600" b="1">
          <a:solidFill>
            <a:srgbClr val="014C6D"/>
          </a:solidFill>
          <a:latin typeface="Trebuchet MS" pitchFamily="34" charset="0"/>
        </a:defRPr>
      </a:lvl6pPr>
      <a:lvl7pPr marL="914400" algn="ctr" rtl="0" fontAlgn="base">
        <a:spcBef>
          <a:spcPct val="0"/>
        </a:spcBef>
        <a:spcAft>
          <a:spcPct val="0"/>
        </a:spcAft>
        <a:defRPr sz="2600" b="1">
          <a:solidFill>
            <a:srgbClr val="014C6D"/>
          </a:solidFill>
          <a:latin typeface="Trebuchet MS" pitchFamily="34" charset="0"/>
        </a:defRPr>
      </a:lvl7pPr>
      <a:lvl8pPr marL="1371600" algn="ctr" rtl="0" fontAlgn="base">
        <a:spcBef>
          <a:spcPct val="0"/>
        </a:spcBef>
        <a:spcAft>
          <a:spcPct val="0"/>
        </a:spcAft>
        <a:defRPr sz="2600" b="1">
          <a:solidFill>
            <a:srgbClr val="014C6D"/>
          </a:solidFill>
          <a:latin typeface="Trebuchet MS" pitchFamily="34" charset="0"/>
        </a:defRPr>
      </a:lvl8pPr>
      <a:lvl9pPr marL="1828800" algn="ctr" rtl="0" fontAlgn="base">
        <a:spcBef>
          <a:spcPct val="0"/>
        </a:spcBef>
        <a:spcAft>
          <a:spcPct val="0"/>
        </a:spcAft>
        <a:defRPr sz="2600" b="1">
          <a:solidFill>
            <a:srgbClr val="014C6D"/>
          </a:solidFill>
          <a:latin typeface="Trebuchet MS" pitchFamily="34" charset="0"/>
        </a:defRPr>
      </a:lvl9pPr>
    </p:titleStyle>
    <p:bodyStyle>
      <a:lvl1pPr marL="342900" indent="-342900" algn="l" rtl="0" eaLnBrk="0" fontAlgn="base" hangingPunct="0">
        <a:lnSpc>
          <a:spcPct val="150000"/>
        </a:lnSpc>
        <a:spcBef>
          <a:spcPts val="1800"/>
        </a:spcBef>
        <a:spcAft>
          <a:spcPct val="0"/>
        </a:spcAft>
        <a:buClr>
          <a:srgbClr val="404040"/>
        </a:buClr>
        <a:defRPr>
          <a:solidFill>
            <a:srgbClr val="595959"/>
          </a:solidFill>
          <a:latin typeface="Arial"/>
          <a:ea typeface="MS PGothic" pitchFamily="34" charset="-128"/>
          <a:cs typeface="Arial"/>
        </a:defRPr>
      </a:lvl1pPr>
      <a:lvl2pPr marL="285750" indent="-285750" algn="l" rtl="0" eaLnBrk="0" fontAlgn="base" hangingPunct="0">
        <a:lnSpc>
          <a:spcPct val="110000"/>
        </a:lnSpc>
        <a:spcBef>
          <a:spcPct val="0"/>
        </a:spcBef>
        <a:spcAft>
          <a:spcPct val="0"/>
        </a:spcAft>
        <a:buClr>
          <a:srgbClr val="595959"/>
        </a:buClr>
        <a:buFont typeface="Arial" charset="0"/>
        <a:buChar char="•"/>
        <a:defRPr>
          <a:solidFill>
            <a:srgbClr val="595959"/>
          </a:solidFill>
          <a:latin typeface="Arial"/>
          <a:ea typeface="MS PGothic" pitchFamily="34" charset="-128"/>
          <a:cs typeface="Arial"/>
        </a:defRPr>
      </a:lvl2pPr>
      <a:lvl3pPr marL="285750" indent="-285750" algn="l" rtl="0" eaLnBrk="0" fontAlgn="base" hangingPunct="0">
        <a:lnSpc>
          <a:spcPct val="110000"/>
        </a:lnSpc>
        <a:spcBef>
          <a:spcPct val="0"/>
        </a:spcBef>
        <a:spcAft>
          <a:spcPct val="0"/>
        </a:spcAft>
        <a:buClr>
          <a:schemeClr val="tx1"/>
        </a:buClr>
        <a:buFont typeface="Arial" charset="0"/>
        <a:buChar char="•"/>
        <a:defRPr>
          <a:solidFill>
            <a:schemeClr val="tx2"/>
          </a:solidFill>
          <a:latin typeface="Arial"/>
          <a:ea typeface="MS PGothic" pitchFamily="34" charset="-128"/>
          <a:cs typeface="Arial"/>
        </a:defRPr>
      </a:lvl3pPr>
      <a:lvl4pPr marL="831850" indent="-285750" algn="l" rtl="0" eaLnBrk="0" fontAlgn="base" hangingPunct="0">
        <a:lnSpc>
          <a:spcPct val="110000"/>
        </a:lnSpc>
        <a:spcBef>
          <a:spcPct val="0"/>
        </a:spcBef>
        <a:spcAft>
          <a:spcPct val="0"/>
        </a:spcAft>
        <a:buClr>
          <a:srgbClr val="595959"/>
        </a:buClr>
        <a:buFont typeface="Arial" charset="0"/>
        <a:buChar char="•"/>
        <a:defRPr>
          <a:solidFill>
            <a:srgbClr val="595959"/>
          </a:solidFill>
          <a:latin typeface="Arial"/>
          <a:ea typeface="MS PGothic" pitchFamily="34" charset="-128"/>
          <a:cs typeface="Arial"/>
        </a:defRPr>
      </a:lvl4pPr>
      <a:lvl5pPr marL="1196975" indent="-285750" algn="l" rtl="0" eaLnBrk="0" fontAlgn="base" hangingPunct="0">
        <a:lnSpc>
          <a:spcPct val="110000"/>
        </a:lnSpc>
        <a:spcBef>
          <a:spcPct val="0"/>
        </a:spcBef>
        <a:spcAft>
          <a:spcPct val="0"/>
        </a:spcAft>
        <a:buClr>
          <a:srgbClr val="595959"/>
        </a:buClr>
        <a:buFont typeface="Arial" charset="0"/>
        <a:buChar char="•"/>
        <a:defRPr>
          <a:solidFill>
            <a:srgbClr val="595959"/>
          </a:solidFill>
          <a:latin typeface="Arial"/>
          <a:ea typeface="MS PGothic" pitchFamily="34" charset="-128"/>
          <a:cs typeface="Arial"/>
        </a:defRPr>
      </a:lvl5pPr>
      <a:lvl6pPr marL="502920" indent="-228600" algn="l" rtl="0" fontAlgn="base">
        <a:spcBef>
          <a:spcPct val="20000"/>
        </a:spcBef>
        <a:spcAft>
          <a:spcPct val="0"/>
        </a:spcAft>
        <a:buClr>
          <a:schemeClr val="tx2">
            <a:lumMod val="65000"/>
            <a:lumOff val="35000"/>
          </a:schemeClr>
        </a:buClr>
        <a:buFont typeface="Arial"/>
        <a:buChar char="•"/>
        <a:defRPr sz="1800">
          <a:solidFill>
            <a:schemeClr val="tx2">
              <a:lumMod val="65000"/>
              <a:lumOff val="35000"/>
            </a:schemeClr>
          </a:solidFill>
          <a:latin typeface="+mn-lt"/>
        </a:defRPr>
      </a:lvl6pPr>
      <a:lvl7pPr marL="2971800" indent="-228600" algn="l" rtl="0" fontAlgn="base">
        <a:spcBef>
          <a:spcPct val="20000"/>
        </a:spcBef>
        <a:spcAft>
          <a:spcPct val="0"/>
        </a:spcAft>
        <a:buClr>
          <a:srgbClr val="00783C"/>
        </a:buClr>
        <a:buChar char="»"/>
        <a:defRPr sz="1600">
          <a:solidFill>
            <a:schemeClr val="tx1"/>
          </a:solidFill>
          <a:latin typeface="+mn-lt"/>
        </a:defRPr>
      </a:lvl7pPr>
      <a:lvl8pPr marL="3429000" indent="-228600" algn="l" rtl="0" fontAlgn="base">
        <a:spcBef>
          <a:spcPct val="20000"/>
        </a:spcBef>
        <a:spcAft>
          <a:spcPct val="0"/>
        </a:spcAft>
        <a:buClr>
          <a:srgbClr val="00783C"/>
        </a:buClr>
        <a:buChar char="»"/>
        <a:defRPr sz="1600">
          <a:solidFill>
            <a:schemeClr val="tx1"/>
          </a:solidFill>
          <a:latin typeface="+mn-lt"/>
        </a:defRPr>
      </a:lvl8pPr>
      <a:lvl9pPr marL="3886200" indent="-228600" algn="l" rtl="0" fontAlgn="base">
        <a:spcBef>
          <a:spcPct val="20000"/>
        </a:spcBef>
        <a:spcAft>
          <a:spcPct val="0"/>
        </a:spcAft>
        <a:buClr>
          <a:srgbClr val="00783C"/>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SA-Statistical-Team-Projects/PovMapTraineR"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doi.org/10.3390/math9212780"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pcorralrodas/SAE-Stata-Package"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SA-Statistical-Team-Projects/PovMapTraineR"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hyperlink" Target="https://github.com/pcorralrodas/SAE-Stata-Package" TargetMode="External"/><Relationship Id="rId4" Type="http://schemas.openxmlformats.org/officeDocument/2006/relationships/hyperlink" Target="https://github.com/SSA-Statistical-Team-Projects/povmap"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33550" y="323851"/>
            <a:ext cx="9277350" cy="2152649"/>
          </a:xfrm>
        </p:spPr>
        <p:txBody>
          <a:bodyPr>
            <a:noAutofit/>
          </a:bodyPr>
          <a:lstStyle/>
          <a:p>
            <a:pPr algn="ctr"/>
            <a:r>
              <a:rPr lang="en-US" sz="5400" b="0" dirty="0">
                <a:latin typeface="Garamond" panose="02020404030301010803" pitchFamily="18" charset="0"/>
              </a:rPr>
              <a:t>Small Area Estimation</a:t>
            </a:r>
            <a:endParaRPr lang="en-US" sz="4400" b="0" dirty="0">
              <a:latin typeface="Garamond" panose="02020404030301010803" pitchFamily="18" charset="0"/>
            </a:endParaRPr>
          </a:p>
        </p:txBody>
      </p:sp>
      <p:pic>
        <p:nvPicPr>
          <p:cNvPr id="10" name="Picture Placeholder 9"/>
          <p:cNvPicPr>
            <a:picLocks noGrp="1" noChangeAspect="1"/>
          </p:cNvPicPr>
          <p:nvPr>
            <p:ph type="pic" sz="quarter" idx="16"/>
          </p:nvPr>
        </p:nvPicPr>
        <p:blipFill>
          <a:blip r:embed="rId3">
            <a:extLst>
              <a:ext uri="{28A0092B-C50C-407E-A947-70E740481C1C}">
                <a14:useLocalDpi xmlns:a14="http://schemas.microsoft.com/office/drawing/2010/main" val="0"/>
              </a:ext>
            </a:extLst>
          </a:blip>
          <a:stretch>
            <a:fillRect/>
          </a:stretch>
        </p:blipFill>
        <p:spPr>
          <a:xfrm>
            <a:off x="419636" y="5086550"/>
            <a:ext cx="4248400" cy="831942"/>
          </a:xfrm>
        </p:spPr>
      </p:pic>
      <p:sp>
        <p:nvSpPr>
          <p:cNvPr id="11" name="Subtitle 2">
            <a:extLst>
              <a:ext uri="{FF2B5EF4-FFF2-40B4-BE49-F238E27FC236}">
                <a16:creationId xmlns:a16="http://schemas.microsoft.com/office/drawing/2014/main" id="{EF7E048D-B207-4139-AC07-17DB245DCA65}"/>
              </a:ext>
            </a:extLst>
          </p:cNvPr>
          <p:cNvSpPr txBox="1">
            <a:spLocks/>
          </p:cNvSpPr>
          <p:nvPr/>
        </p:nvSpPr>
        <p:spPr>
          <a:xfrm>
            <a:off x="1800225" y="2725739"/>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0" u="none" strike="noStrike" kern="1200" cap="none" spc="0" normalizeH="0" baseline="0" noProof="0" dirty="0">
                <a:ln>
                  <a:noFill/>
                </a:ln>
                <a:solidFill>
                  <a:schemeClr val="bg1"/>
                </a:solidFill>
                <a:effectLst/>
                <a:uLnTx/>
                <a:uFillTx/>
                <a:latin typeface="Garamond" panose="02020404030301010803" pitchFamily="18" charset="0"/>
              </a:rPr>
              <a:t>Unit level models</a:t>
            </a:r>
          </a:p>
        </p:txBody>
      </p:sp>
      <p:sp>
        <p:nvSpPr>
          <p:cNvPr id="3" name="TextBox 2">
            <a:extLst>
              <a:ext uri="{FF2B5EF4-FFF2-40B4-BE49-F238E27FC236}">
                <a16:creationId xmlns:a16="http://schemas.microsoft.com/office/drawing/2014/main" id="{A0047FAE-4F9D-4CD2-87F4-0F80103CE6AB}"/>
              </a:ext>
            </a:extLst>
          </p:cNvPr>
          <p:cNvSpPr txBox="1"/>
          <p:nvPr/>
        </p:nvSpPr>
        <p:spPr>
          <a:xfrm>
            <a:off x="5321508" y="5271688"/>
            <a:ext cx="6450858" cy="461665"/>
          </a:xfrm>
          <a:prstGeom prst="rect">
            <a:avLst/>
          </a:prstGeom>
          <a:noFill/>
        </p:spPr>
        <p:txBody>
          <a:bodyPr wrap="square" rtlCol="0">
            <a:spAutoFit/>
          </a:bodyPr>
          <a:lstStyle/>
          <a:p>
            <a:r>
              <a:rPr lang="en-US" sz="2400" dirty="0">
                <a:latin typeface="Garamond" panose="02020404030301010803" pitchFamily="18" charset="0"/>
              </a:rPr>
              <a:t>Ifeanyi Edochie (iedochie@worldbank.org)</a:t>
            </a:r>
          </a:p>
        </p:txBody>
      </p:sp>
    </p:spTree>
    <p:extLst>
      <p:ext uri="{BB962C8B-B14F-4D97-AF65-F5344CB8AC3E}">
        <p14:creationId xmlns:p14="http://schemas.microsoft.com/office/powerpoint/2010/main" val="461701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33550" y="323851"/>
            <a:ext cx="9277350" cy="2152649"/>
          </a:xfrm>
        </p:spPr>
        <p:txBody>
          <a:bodyPr>
            <a:noAutofit/>
          </a:bodyPr>
          <a:lstStyle/>
          <a:p>
            <a:pPr algn="ctr"/>
            <a:r>
              <a:rPr lang="en-US" sz="3600" b="0" dirty="0">
                <a:latin typeface="Garamond" panose="02020404030301010803" pitchFamily="18" charset="0"/>
              </a:rPr>
              <a:t>Material available at:</a:t>
            </a:r>
            <a:br>
              <a:rPr lang="en-US" sz="3600" b="0" dirty="0">
                <a:latin typeface="Garamond" panose="02020404030301010803" pitchFamily="18" charset="0"/>
              </a:rPr>
            </a:br>
            <a:r>
              <a:rPr lang="en-US" sz="1600" dirty="0">
                <a:hlinkClick r:id="rId3"/>
              </a:rPr>
              <a:t>SSA-Statistical-Team-Projects/</a:t>
            </a:r>
            <a:r>
              <a:rPr lang="en-US" sz="1600" dirty="0" err="1">
                <a:hlinkClick r:id="rId3"/>
              </a:rPr>
              <a:t>PovMapTraineR</a:t>
            </a:r>
            <a:r>
              <a:rPr lang="en-US" sz="1600" dirty="0">
                <a:hlinkClick r:id="rId3"/>
              </a:rPr>
              <a:t>: A package for providing poverty mapping training in R (github.com)</a:t>
            </a:r>
            <a:endParaRPr lang="en-US" sz="3600" b="0" dirty="0">
              <a:latin typeface="Garamond" panose="02020404030301010803" pitchFamily="18" charset="0"/>
            </a:endParaRPr>
          </a:p>
        </p:txBody>
      </p:sp>
      <p:pic>
        <p:nvPicPr>
          <p:cNvPr id="10" name="Picture Placeholder 9"/>
          <p:cNvPicPr>
            <a:picLocks noGrp="1" noChangeAspect="1"/>
          </p:cNvPicPr>
          <p:nvPr>
            <p:ph type="pic" sz="quarter" idx="16"/>
          </p:nvPr>
        </p:nvPicPr>
        <p:blipFill>
          <a:blip r:embed="rId4">
            <a:extLst>
              <a:ext uri="{28A0092B-C50C-407E-A947-70E740481C1C}">
                <a14:useLocalDpi xmlns:a14="http://schemas.microsoft.com/office/drawing/2010/main" val="0"/>
              </a:ext>
            </a:extLst>
          </a:blip>
          <a:stretch>
            <a:fillRect/>
          </a:stretch>
        </p:blipFill>
        <p:spPr>
          <a:xfrm>
            <a:off x="419636" y="5086550"/>
            <a:ext cx="4248400" cy="831942"/>
          </a:xfrm>
        </p:spPr>
      </p:pic>
      <p:sp>
        <p:nvSpPr>
          <p:cNvPr id="3" name="TextBox 2">
            <a:extLst>
              <a:ext uri="{FF2B5EF4-FFF2-40B4-BE49-F238E27FC236}">
                <a16:creationId xmlns:a16="http://schemas.microsoft.com/office/drawing/2014/main" id="{A0047FAE-4F9D-4CD2-87F4-0F80103CE6AB}"/>
              </a:ext>
            </a:extLst>
          </p:cNvPr>
          <p:cNvSpPr txBox="1"/>
          <p:nvPr/>
        </p:nvSpPr>
        <p:spPr>
          <a:xfrm>
            <a:off x="5321508" y="5271688"/>
            <a:ext cx="6450858" cy="830997"/>
          </a:xfrm>
          <a:prstGeom prst="rect">
            <a:avLst/>
          </a:prstGeom>
          <a:noFill/>
        </p:spPr>
        <p:txBody>
          <a:bodyPr wrap="square" rtlCol="0">
            <a:spAutoFit/>
          </a:bodyPr>
          <a:lstStyle/>
          <a:p>
            <a:r>
              <a:rPr lang="en-US" sz="2400" dirty="0">
                <a:latin typeface="Garamond" panose="02020404030301010803" pitchFamily="18" charset="0"/>
              </a:rPr>
              <a:t>Training prepared for </a:t>
            </a:r>
            <a:r>
              <a:rPr lang="en-US" sz="2400" dirty="0" err="1">
                <a:latin typeface="Garamond" panose="02020404030301010803" pitchFamily="18" charset="0"/>
              </a:rPr>
              <a:t>ZamStats</a:t>
            </a:r>
            <a:r>
              <a:rPr lang="en-US" sz="2400" dirty="0">
                <a:latin typeface="Garamond" panose="02020404030301010803" pitchFamily="18" charset="0"/>
              </a:rPr>
              <a:t> Office, May 2024</a:t>
            </a:r>
          </a:p>
          <a:p>
            <a:r>
              <a:rPr lang="en-US" sz="2400" dirty="0">
                <a:latin typeface="Garamond" panose="02020404030301010803" pitchFamily="18" charset="0"/>
              </a:rPr>
              <a:t>Ifeanyi Edochie</a:t>
            </a:r>
          </a:p>
        </p:txBody>
      </p:sp>
    </p:spTree>
    <p:extLst>
      <p:ext uri="{BB962C8B-B14F-4D97-AF65-F5344CB8AC3E}">
        <p14:creationId xmlns:p14="http://schemas.microsoft.com/office/powerpoint/2010/main" val="2684530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800" b="1" dirty="0">
                <a:latin typeface="Garamond" panose="02020404030301010803" pitchFamily="18" charset="0"/>
              </a:rPr>
              <a:t>Main references for unit-level small area estimation</a:t>
            </a:r>
          </a:p>
        </p:txBody>
      </p:sp>
      <p:sp>
        <p:nvSpPr>
          <p:cNvPr id="3" name="Content Placeholder 2"/>
          <p:cNvSpPr>
            <a:spLocks noGrp="1"/>
          </p:cNvSpPr>
          <p:nvPr>
            <p:ph type="body" sz="quarter" idx="13"/>
          </p:nvPr>
        </p:nvSpPr>
        <p:spPr>
          <a:xfrm>
            <a:off x="475914" y="1312452"/>
            <a:ext cx="11350326" cy="5043901"/>
          </a:xfrm>
        </p:spPr>
        <p:txBody>
          <a:bodyPr>
            <a:noAutofit/>
          </a:bodyPr>
          <a:lstStyle/>
          <a:p>
            <a:pPr lvl="2">
              <a:spcBef>
                <a:spcPts val="1200"/>
              </a:spcBef>
            </a:pPr>
            <a:r>
              <a:rPr lang="en-US" dirty="0">
                <a:solidFill>
                  <a:schemeClr val="tx1"/>
                </a:solidFill>
                <a:latin typeface="Garamond" panose="02020404030301010803" pitchFamily="18" charset="0"/>
              </a:rPr>
              <a:t>Elbers, C., Lanjouw, J. O. [Jean O], &amp; Lanjouw, P. (2003). Micro–level estimation of poverty and inequality. </a:t>
            </a:r>
            <a:r>
              <a:rPr lang="en-US" dirty="0" err="1">
                <a:solidFill>
                  <a:schemeClr val="tx1"/>
                </a:solidFill>
                <a:latin typeface="Garamond" panose="02020404030301010803" pitchFamily="18" charset="0"/>
              </a:rPr>
              <a:t>Econometrica</a:t>
            </a:r>
            <a:r>
              <a:rPr lang="en-US" dirty="0">
                <a:solidFill>
                  <a:schemeClr val="tx1"/>
                </a:solidFill>
                <a:latin typeface="Garamond" panose="02020404030301010803" pitchFamily="18" charset="0"/>
              </a:rPr>
              <a:t>, 71 (1), 355–364.</a:t>
            </a:r>
          </a:p>
          <a:p>
            <a:pPr lvl="2">
              <a:spcBef>
                <a:spcPts val="1200"/>
              </a:spcBef>
            </a:pPr>
            <a:r>
              <a:rPr lang="en-US" dirty="0">
                <a:solidFill>
                  <a:schemeClr val="tx1"/>
                </a:solidFill>
                <a:latin typeface="Garamond" panose="02020404030301010803" pitchFamily="18" charset="0"/>
              </a:rPr>
              <a:t>Molina, I., &amp; Rao, J. (2010). Small area estimation of poverty indicators. Canadian Journal of Statistics, 38 (3), 369–385. </a:t>
            </a:r>
          </a:p>
          <a:p>
            <a:pPr lvl="2">
              <a:spcBef>
                <a:spcPts val="1200"/>
              </a:spcBef>
            </a:pPr>
            <a:r>
              <a:rPr lang="en-US" dirty="0" err="1">
                <a:solidFill>
                  <a:schemeClr val="tx1"/>
                </a:solidFill>
                <a:latin typeface="Garamond" panose="02020404030301010803" pitchFamily="18" charset="0"/>
              </a:rPr>
              <a:t>Marhuenda</a:t>
            </a:r>
            <a:r>
              <a:rPr lang="en-US" dirty="0">
                <a:solidFill>
                  <a:schemeClr val="tx1"/>
                </a:solidFill>
                <a:latin typeface="Garamond" panose="02020404030301010803" pitchFamily="18" charset="0"/>
              </a:rPr>
              <a:t>, Y., Molina, I., Morales, D., &amp; Rao, J. (2017). Poverty mapping in small areas under a twofold nested error regression model. Journal of the Royal Statistical Society: Series A (Statistics in Society), 180 (4), 1111–1136.</a:t>
            </a:r>
          </a:p>
          <a:p>
            <a:pPr marL="0" lvl="2" indent="0">
              <a:spcBef>
                <a:spcPts val="1200"/>
              </a:spcBef>
              <a:buNone/>
            </a:pPr>
            <a:r>
              <a:rPr lang="en-US" b="1" dirty="0">
                <a:solidFill>
                  <a:schemeClr val="tx1"/>
                </a:solidFill>
                <a:latin typeface="Garamond" panose="02020404030301010803" pitchFamily="18" charset="0"/>
              </a:rPr>
              <a:t>To learn about the updates</a:t>
            </a:r>
          </a:p>
          <a:p>
            <a:pPr lvl="2">
              <a:spcBef>
                <a:spcPts val="1200"/>
              </a:spcBef>
            </a:pPr>
            <a:r>
              <a:rPr lang="en-US" dirty="0">
                <a:solidFill>
                  <a:schemeClr val="tx1"/>
                </a:solidFill>
                <a:latin typeface="Garamond" panose="02020404030301010803" pitchFamily="18" charset="0"/>
              </a:rPr>
              <a:t>Corral, P., Molina, I., &amp; Nguyen, M. C. (2020). Pull your small area estimates up by the bootstraps. Journal of Statistical Computation and Simulation, 91(16), 3304-3357.</a:t>
            </a:r>
          </a:p>
          <a:p>
            <a:pPr lvl="2">
              <a:spcBef>
                <a:spcPts val="1200"/>
              </a:spcBef>
            </a:pPr>
            <a:r>
              <a:rPr lang="en-US" dirty="0">
                <a:solidFill>
                  <a:schemeClr val="tx1"/>
                </a:solidFill>
                <a:latin typeface="Garamond" panose="02020404030301010803" pitchFamily="18" charset="0"/>
              </a:rPr>
              <a:t>Corral, P., Himelein, K., McGee, K., &amp; Molina, I., (2021). A Map of the Poor or a Poor Map? Mathematics 9, no. 21: 2780. </a:t>
            </a:r>
            <a:r>
              <a:rPr lang="en-US" dirty="0">
                <a:solidFill>
                  <a:schemeClr val="tx1"/>
                </a:solidFill>
                <a:latin typeface="Garamond" panose="02020404030301010803" pitchFamily="18" charset="0"/>
                <a:hlinkClick r:id="rId3"/>
              </a:rPr>
              <a:t>https://doi.org/10.3390/math9212780</a:t>
            </a:r>
            <a:endParaRPr lang="en-US" dirty="0">
              <a:solidFill>
                <a:schemeClr val="tx1"/>
              </a:solidFill>
              <a:latin typeface="Garamond" panose="02020404030301010803" pitchFamily="18" charset="0"/>
            </a:endParaRPr>
          </a:p>
          <a:p>
            <a:pPr lvl="2">
              <a:spcBef>
                <a:spcPts val="1200"/>
              </a:spcBef>
            </a:pPr>
            <a:r>
              <a:rPr lang="en-US" dirty="0">
                <a:solidFill>
                  <a:schemeClr val="tx1"/>
                </a:solidFill>
                <a:latin typeface="Garamond" panose="02020404030301010803" pitchFamily="18" charset="0"/>
              </a:rPr>
              <a:t>Corral. P., Molina, I., Cojocaru, A., &amp; Segovia, S. (2022). Guidelines to Small Area Estimation for Poverty Mapping.</a:t>
            </a:r>
            <a:endParaRPr lang="en-US" dirty="0">
              <a:latin typeface="Garamond" panose="02020404030301010803" pitchFamily="18" charset="0"/>
            </a:endParaRPr>
          </a:p>
          <a:p>
            <a:pPr lvl="2"/>
            <a:endParaRPr lang="en-US" dirty="0">
              <a:latin typeface="Garamond" panose="02020404030301010803" pitchFamily="18" charset="0"/>
            </a:endParaRPr>
          </a:p>
          <a:p>
            <a:pPr lvl="2"/>
            <a:endParaRPr lang="en-US" dirty="0">
              <a:latin typeface="Garamond" panose="02020404030301010803" pitchFamily="18" charset="0"/>
            </a:endParaRPr>
          </a:p>
          <a:p>
            <a:pPr marL="0" lvl="2" indent="0">
              <a:buNone/>
            </a:pPr>
            <a:endParaRPr lang="en-US" dirty="0">
              <a:latin typeface="Garamond" panose="02020404030301010803" pitchFamily="18" charset="0"/>
            </a:endParaRP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Tree>
    <p:extLst>
      <p:ext uri="{BB962C8B-B14F-4D97-AF65-F5344CB8AC3E}">
        <p14:creationId xmlns:p14="http://schemas.microsoft.com/office/powerpoint/2010/main" val="3098739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800" b="1" dirty="0">
                <a:solidFill>
                  <a:schemeClr val="tx1">
                    <a:lumMod val="90000"/>
                    <a:lumOff val="10000"/>
                  </a:schemeClr>
                </a:solidFill>
                <a:latin typeface="Garamond" panose="02020404030301010803" pitchFamily="18" charset="0"/>
              </a:rPr>
              <a:t>Introduction</a:t>
            </a:r>
          </a:p>
        </p:txBody>
      </p:sp>
      <p:sp>
        <p:nvSpPr>
          <p:cNvPr id="3" name="Content Placeholder 2"/>
          <p:cNvSpPr>
            <a:spLocks noGrp="1"/>
          </p:cNvSpPr>
          <p:nvPr>
            <p:ph type="body" sz="quarter" idx="13"/>
          </p:nvPr>
        </p:nvSpPr>
        <p:spPr>
          <a:xfrm>
            <a:off x="475914" y="1400441"/>
            <a:ext cx="11350326" cy="5043901"/>
          </a:xfrm>
        </p:spPr>
        <p:txBody>
          <a:bodyPr>
            <a:noAutofit/>
          </a:bodyPr>
          <a:lstStyle/>
          <a:p>
            <a:pPr marL="1003300" lvl="3" indent="-457200">
              <a:buFont typeface="+mj-lt"/>
              <a:buAutoNum type="arabicPeriod"/>
            </a:pPr>
            <a:r>
              <a:rPr lang="en-US" sz="2400" dirty="0">
                <a:solidFill>
                  <a:schemeClr val="tx1"/>
                </a:solidFill>
                <a:latin typeface="Garamond" panose="02020404030301010803" pitchFamily="18" charset="0"/>
              </a:rPr>
              <a:t>Monetary poverty (FGT0) is a non-linear parameter</a:t>
            </a:r>
          </a:p>
          <a:p>
            <a:pPr marL="1003300" lvl="3" indent="-457200">
              <a:buFont typeface="+mj-lt"/>
              <a:buAutoNum type="arabicPeriod"/>
            </a:pPr>
            <a:r>
              <a:rPr lang="en-US" sz="2400" dirty="0">
                <a:solidFill>
                  <a:schemeClr val="tx1"/>
                </a:solidFill>
                <a:latin typeface="Garamond" panose="02020404030301010803" pitchFamily="18" charset="0"/>
              </a:rPr>
              <a:t>Initial work at the WB was done by </a:t>
            </a:r>
            <a:r>
              <a:rPr lang="en-US" sz="2400" dirty="0" err="1">
                <a:solidFill>
                  <a:schemeClr val="tx1"/>
                </a:solidFill>
                <a:latin typeface="Garamond" panose="02020404030301010803" pitchFamily="18" charset="0"/>
              </a:rPr>
              <a:t>Hentschel</a:t>
            </a:r>
            <a:r>
              <a:rPr lang="en-US" sz="2400" dirty="0">
                <a:solidFill>
                  <a:schemeClr val="tx1"/>
                </a:solidFill>
                <a:latin typeface="Garamond" panose="02020404030301010803" pitchFamily="18" charset="0"/>
              </a:rPr>
              <a:t>, Lanjouw, Lanjouw, and Poggi (1998) but ignored random location effects – we’ll se later why that matters</a:t>
            </a:r>
          </a:p>
          <a:p>
            <a:pPr lvl="4">
              <a:spcBef>
                <a:spcPts val="600"/>
              </a:spcBef>
            </a:pPr>
            <a:r>
              <a:rPr lang="en-US" sz="2400" dirty="0">
                <a:solidFill>
                  <a:schemeClr val="tx1"/>
                </a:solidFill>
                <a:latin typeface="Garamond" panose="02020404030301010803" pitchFamily="18" charset="0"/>
              </a:rPr>
              <a:t>The welfare distribution is simulated in the census data based on parameters estimated using household survey data which has detailed information on welfare</a:t>
            </a:r>
          </a:p>
          <a:p>
            <a:pPr lvl="4">
              <a:spcBef>
                <a:spcPts val="600"/>
              </a:spcBef>
            </a:pPr>
            <a:r>
              <a:rPr lang="en-US" sz="2400" dirty="0">
                <a:solidFill>
                  <a:schemeClr val="tx1"/>
                </a:solidFill>
                <a:latin typeface="Garamond" panose="02020404030301010803" pitchFamily="18" charset="0"/>
              </a:rPr>
              <a:t>This yields a welfare value for every single household in the census</a:t>
            </a:r>
          </a:p>
          <a:p>
            <a:pPr lvl="4">
              <a:spcBef>
                <a:spcPts val="600"/>
              </a:spcBef>
            </a:pPr>
            <a:r>
              <a:rPr lang="en-US" sz="2400" dirty="0">
                <a:solidFill>
                  <a:schemeClr val="tx1"/>
                </a:solidFill>
                <a:latin typeface="Garamond" panose="02020404030301010803" pitchFamily="18" charset="0"/>
              </a:rPr>
              <a:t>Simulating the full welfare distribution allows for estimates beyond just poverty and mean welfare for a given area. </a:t>
            </a:r>
          </a:p>
          <a:p>
            <a:pPr marL="1003300" lvl="3" indent="-457200">
              <a:buFont typeface="+mj-lt"/>
              <a:buAutoNum type="arabicPeriod"/>
            </a:pPr>
            <a:r>
              <a:rPr lang="en-US" sz="2400" dirty="0">
                <a:solidFill>
                  <a:schemeClr val="tx1"/>
                </a:solidFill>
                <a:latin typeface="Garamond" panose="02020404030301010803" pitchFamily="18" charset="0"/>
              </a:rPr>
              <a:t>Elbers, Lanjouw and Lanjouw (2003) improved on the method</a:t>
            </a:r>
          </a:p>
          <a:p>
            <a:pPr marL="1003300" lvl="3" indent="-457200">
              <a:buFont typeface="+mj-lt"/>
              <a:buAutoNum type="arabicPeriod"/>
            </a:pPr>
            <a:r>
              <a:rPr lang="en-US" sz="2400" dirty="0">
                <a:solidFill>
                  <a:schemeClr val="tx1"/>
                </a:solidFill>
                <a:latin typeface="Garamond" panose="02020404030301010803" pitchFamily="18" charset="0"/>
              </a:rPr>
              <a:t>It was the go-to method for poverty maps done by the World Bank or with the World Bank’s assistance until ~2015</a:t>
            </a:r>
          </a:p>
          <a:p>
            <a:pPr marL="1003300" lvl="3" indent="-457200">
              <a:buFont typeface="+mj-lt"/>
              <a:buAutoNum type="arabicPeriod"/>
            </a:pPr>
            <a:endParaRPr lang="en-US" sz="2400" dirty="0">
              <a:solidFill>
                <a:schemeClr val="tx1"/>
              </a:solidFill>
              <a:latin typeface="Garamond" panose="02020404030301010803" pitchFamily="18" charset="0"/>
            </a:endParaRPr>
          </a:p>
          <a:p>
            <a:pPr marL="0" lvl="2" indent="0">
              <a:buNone/>
            </a:pPr>
            <a:r>
              <a:rPr lang="en-US" sz="1600" dirty="0">
                <a:solidFill>
                  <a:schemeClr val="tx1"/>
                </a:solidFill>
                <a:latin typeface="Garamond" panose="02020404030301010803" pitchFamily="18" charset="0"/>
              </a:rPr>
              <a:t>The latest Stata </a:t>
            </a:r>
            <a:r>
              <a:rPr lang="en-US" sz="1600" dirty="0" err="1">
                <a:solidFill>
                  <a:schemeClr val="tx1"/>
                </a:solidFill>
                <a:latin typeface="Garamond" panose="02020404030301010803" pitchFamily="18" charset="0"/>
              </a:rPr>
              <a:t>sae</a:t>
            </a:r>
            <a:r>
              <a:rPr lang="en-US" sz="1600" dirty="0">
                <a:solidFill>
                  <a:schemeClr val="tx1"/>
                </a:solidFill>
                <a:latin typeface="Garamond" panose="02020404030301010803" pitchFamily="18" charset="0"/>
              </a:rPr>
              <a:t> package can be obtained from: </a:t>
            </a:r>
            <a:r>
              <a:rPr lang="en-US" sz="1600" dirty="0">
                <a:solidFill>
                  <a:schemeClr val="tx1"/>
                </a:solidFill>
                <a:latin typeface="Garamond" panose="02020404030301010803" pitchFamily="18" charset="0"/>
                <a:hlinkClick r:id="rId3"/>
              </a:rPr>
              <a:t>https://github.com/pcorralrodas/SAE-Stata-Package</a:t>
            </a:r>
            <a:endParaRPr lang="en-US" dirty="0">
              <a:solidFill>
                <a:schemeClr val="tx1"/>
              </a:solidFill>
              <a:latin typeface="Garamond" panose="02020404030301010803" pitchFamily="18" charset="0"/>
            </a:endParaRPr>
          </a:p>
          <a:p>
            <a:pPr lvl="4"/>
            <a:endParaRPr lang="en-US" sz="2400" dirty="0">
              <a:solidFill>
                <a:schemeClr val="tx1"/>
              </a:solidFill>
              <a:latin typeface="Garamond" panose="02020404030301010803" pitchFamily="18" charset="0"/>
            </a:endParaRP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Tree>
    <p:extLst>
      <p:ext uri="{BB962C8B-B14F-4D97-AF65-F5344CB8AC3E}">
        <p14:creationId xmlns:p14="http://schemas.microsoft.com/office/powerpoint/2010/main" val="2988182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800" b="1" dirty="0">
                <a:solidFill>
                  <a:schemeClr val="tx1">
                    <a:lumMod val="90000"/>
                    <a:lumOff val="10000"/>
                  </a:schemeClr>
                </a:solidFill>
                <a:latin typeface="Garamond" panose="02020404030301010803" pitchFamily="18" charset="0"/>
              </a:rPr>
              <a:t>Criticism and the publication from Molina and Rao’s EB method led the institution to update methods</a:t>
            </a:r>
          </a:p>
        </p:txBody>
      </p:sp>
      <p:sp>
        <p:nvSpPr>
          <p:cNvPr id="3" name="Content Placeholder 2"/>
          <p:cNvSpPr>
            <a:spLocks noGrp="1"/>
          </p:cNvSpPr>
          <p:nvPr>
            <p:ph type="body" sz="quarter" idx="13"/>
          </p:nvPr>
        </p:nvSpPr>
        <p:spPr>
          <a:xfrm>
            <a:off x="475914" y="1312452"/>
            <a:ext cx="11350326" cy="5043901"/>
          </a:xfrm>
        </p:spPr>
        <p:txBody>
          <a:bodyPr>
            <a:noAutofit/>
          </a:bodyPr>
          <a:lstStyle/>
          <a:p>
            <a:pPr lvl="3">
              <a:spcBef>
                <a:spcPts val="600"/>
              </a:spcBef>
            </a:pPr>
            <a:r>
              <a:rPr lang="en-US" sz="2400" dirty="0">
                <a:solidFill>
                  <a:schemeClr val="tx1"/>
                </a:solidFill>
                <a:latin typeface="Garamond" panose="02020404030301010803" pitchFamily="18" charset="0"/>
              </a:rPr>
              <a:t>In a review of World Bank research, the ELL method was scrutinized by Banerjee et al. (2008)</a:t>
            </a:r>
          </a:p>
          <a:p>
            <a:pPr lvl="4">
              <a:spcBef>
                <a:spcPts val="600"/>
              </a:spcBef>
            </a:pPr>
            <a:r>
              <a:rPr lang="en-US" sz="2300" dirty="0">
                <a:solidFill>
                  <a:schemeClr val="tx1"/>
                </a:solidFill>
                <a:latin typeface="Garamond" panose="02020404030301010803" pitchFamily="18" charset="0"/>
              </a:rPr>
              <a:t>The reviewers were concerned that the method may not accurately present the true precision of the method’s estimates – among other things</a:t>
            </a:r>
          </a:p>
          <a:p>
            <a:pPr lvl="3">
              <a:spcBef>
                <a:spcPts val="600"/>
              </a:spcBef>
            </a:pPr>
            <a:r>
              <a:rPr lang="en-US" sz="2400" dirty="0">
                <a:solidFill>
                  <a:schemeClr val="tx1"/>
                </a:solidFill>
                <a:latin typeface="Garamond" panose="02020404030301010803" pitchFamily="18" charset="0"/>
              </a:rPr>
              <a:t>Haslett (2010) recommended adjusting the fitting method described in ELL (2002) </a:t>
            </a:r>
          </a:p>
          <a:p>
            <a:pPr lvl="4">
              <a:spcBef>
                <a:spcPts val="600"/>
              </a:spcBef>
            </a:pPr>
            <a:r>
              <a:rPr lang="en-US" sz="2400" dirty="0">
                <a:solidFill>
                  <a:schemeClr val="tx1"/>
                </a:solidFill>
                <a:latin typeface="Garamond" panose="02020404030301010803" pitchFamily="18" charset="0"/>
              </a:rPr>
              <a:t>Indicated it leads to an asymmetric variance-covariance matrix</a:t>
            </a:r>
          </a:p>
          <a:p>
            <a:pPr lvl="3">
              <a:spcBef>
                <a:spcPts val="600"/>
              </a:spcBef>
            </a:pPr>
            <a:r>
              <a:rPr lang="en-US" sz="2400" dirty="0">
                <a:solidFill>
                  <a:schemeClr val="tx1"/>
                </a:solidFill>
                <a:latin typeface="Garamond" panose="02020404030301010803" pitchFamily="18" charset="0"/>
              </a:rPr>
              <a:t>Molina and Rao (2010) showed in simulation studies that ELL is noisy and underperforms under the model’s assumptions</a:t>
            </a:r>
          </a:p>
          <a:p>
            <a:pPr lvl="4">
              <a:spcBef>
                <a:spcPts val="600"/>
              </a:spcBef>
            </a:pPr>
            <a:r>
              <a:rPr lang="en-US" sz="2300" dirty="0">
                <a:solidFill>
                  <a:schemeClr val="tx1"/>
                </a:solidFill>
                <a:latin typeface="Garamond" panose="02020404030301010803" pitchFamily="18" charset="0"/>
              </a:rPr>
              <a:t>Showed that EB methods are considerably superior and yield substantially less noisy estimates</a:t>
            </a:r>
          </a:p>
          <a:p>
            <a:pPr lvl="3">
              <a:spcBef>
                <a:spcPts val="600"/>
              </a:spcBef>
            </a:pPr>
            <a:r>
              <a:rPr lang="en-US" sz="2400" dirty="0">
                <a:solidFill>
                  <a:schemeClr val="tx1"/>
                </a:solidFill>
                <a:latin typeface="Garamond" panose="02020404030301010803" pitchFamily="18" charset="0"/>
              </a:rPr>
              <a:t>A shift to Molina and Rao’s EB methods by the World Bank  and its toolkit is detailed in Corral, Molina and Nguyen (2020)</a:t>
            </a: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Tree>
    <p:extLst>
      <p:ext uri="{BB962C8B-B14F-4D97-AF65-F5344CB8AC3E}">
        <p14:creationId xmlns:p14="http://schemas.microsoft.com/office/powerpoint/2010/main" val="1925792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5400" b="1" dirty="0">
                <a:solidFill>
                  <a:schemeClr val="tx1">
                    <a:lumMod val="90000"/>
                    <a:lumOff val="10000"/>
                  </a:schemeClr>
                </a:solidFill>
                <a:latin typeface="Garamond" panose="02020404030301010803" pitchFamily="18" charset="0"/>
              </a:rPr>
              <a:t>The Game Plan</a:t>
            </a:r>
          </a:p>
        </p:txBody>
      </p:sp>
      <p:sp>
        <p:nvSpPr>
          <p:cNvPr id="3" name="Content Placeholder 2"/>
          <p:cNvSpPr>
            <a:spLocks noGrp="1"/>
          </p:cNvSpPr>
          <p:nvPr>
            <p:ph type="body" sz="quarter" idx="13"/>
          </p:nvPr>
        </p:nvSpPr>
        <p:spPr>
          <a:xfrm>
            <a:off x="475914" y="1312452"/>
            <a:ext cx="11350326" cy="5043901"/>
          </a:xfrm>
        </p:spPr>
        <p:txBody>
          <a:bodyPr>
            <a:noAutofit/>
          </a:bodyPr>
          <a:lstStyle/>
          <a:p>
            <a:pPr lvl="3">
              <a:spcBef>
                <a:spcPts val="600"/>
              </a:spcBef>
            </a:pPr>
            <a:r>
              <a:rPr lang="en-US" sz="2400" dirty="0">
                <a:solidFill>
                  <a:schemeClr val="tx1"/>
                </a:solidFill>
                <a:latin typeface="Garamond" panose="02020404030301010803" pitchFamily="18" charset="0"/>
              </a:rPr>
              <a:t>You have R scripts in the shared repository</a:t>
            </a:r>
          </a:p>
          <a:p>
            <a:pPr lvl="4">
              <a:spcBef>
                <a:spcPts val="600"/>
              </a:spcBef>
            </a:pPr>
            <a:r>
              <a:rPr lang="en-US" dirty="0">
                <a:solidFill>
                  <a:schemeClr val="tx1"/>
                </a:solidFill>
                <a:latin typeface="Garamond" panose="02020404030301010803" pitchFamily="18" charset="0"/>
              </a:rPr>
              <a:t>Please make sure you’ve cloned the repository here: </a:t>
            </a:r>
            <a:r>
              <a:rPr lang="en-US" dirty="0">
                <a:hlinkClick r:id="rId3"/>
              </a:rPr>
              <a:t>SSA-Statistical-Team-Projects/</a:t>
            </a:r>
            <a:r>
              <a:rPr lang="en-US" dirty="0" err="1">
                <a:hlinkClick r:id="rId3"/>
              </a:rPr>
              <a:t>PovMapTraineR</a:t>
            </a:r>
            <a:r>
              <a:rPr lang="en-US" dirty="0">
                <a:hlinkClick r:id="rId3"/>
              </a:rPr>
              <a:t>: A package for providing poverty mapping training in R (github.com)</a:t>
            </a:r>
            <a:r>
              <a:rPr lang="en-US" dirty="0">
                <a:solidFill>
                  <a:schemeClr val="tx1"/>
                </a:solidFill>
                <a:latin typeface="Garamond" panose="02020404030301010803" pitchFamily="18" charset="0"/>
              </a:rPr>
              <a:t> </a:t>
            </a:r>
          </a:p>
          <a:p>
            <a:pPr lvl="4">
              <a:spcBef>
                <a:spcPts val="600"/>
              </a:spcBef>
            </a:pPr>
            <a:r>
              <a:rPr lang="en-US" dirty="0">
                <a:solidFill>
                  <a:schemeClr val="tx1"/>
                </a:solidFill>
                <a:latin typeface="Garamond" panose="02020404030301010803" pitchFamily="18" charset="0"/>
              </a:rPr>
              <a:t>Also make sure you have the </a:t>
            </a:r>
            <a:r>
              <a:rPr lang="en-US" dirty="0" err="1">
                <a:solidFill>
                  <a:schemeClr val="tx1"/>
                </a:solidFill>
                <a:latin typeface="Garamond" panose="02020404030301010803" pitchFamily="18" charset="0"/>
              </a:rPr>
              <a:t>povmap</a:t>
            </a:r>
            <a:r>
              <a:rPr lang="en-US" dirty="0">
                <a:solidFill>
                  <a:schemeClr val="tx1"/>
                </a:solidFill>
                <a:latin typeface="Garamond" panose="02020404030301010803" pitchFamily="18" charset="0"/>
              </a:rPr>
              <a:t> R package: </a:t>
            </a:r>
            <a:r>
              <a:rPr lang="en-US" dirty="0">
                <a:hlinkClick r:id="rId4"/>
              </a:rPr>
              <a:t>SSA-Statistical-Team-Projects/</a:t>
            </a:r>
            <a:r>
              <a:rPr lang="en-US" dirty="0" err="1">
                <a:hlinkClick r:id="rId4"/>
              </a:rPr>
              <a:t>povmap</a:t>
            </a:r>
            <a:r>
              <a:rPr lang="en-US" dirty="0">
                <a:hlinkClick r:id="rId4"/>
              </a:rPr>
              <a:t>: </a:t>
            </a:r>
            <a:r>
              <a:rPr lang="en-US" dirty="0" err="1">
                <a:hlinkClick r:id="rId4"/>
              </a:rPr>
              <a:t>povmap</a:t>
            </a:r>
            <a:r>
              <a:rPr lang="en-US" dirty="0">
                <a:hlinkClick r:id="rId4"/>
              </a:rPr>
              <a:t>: an extension to the </a:t>
            </a:r>
            <a:r>
              <a:rPr lang="en-US" dirty="0" err="1">
                <a:hlinkClick r:id="rId4"/>
              </a:rPr>
              <a:t>emdi</a:t>
            </a:r>
            <a:r>
              <a:rPr lang="en-US" dirty="0">
                <a:hlinkClick r:id="rId4"/>
              </a:rPr>
              <a:t> package (github.com)</a:t>
            </a:r>
            <a:endParaRPr lang="en-US" dirty="0"/>
          </a:p>
          <a:p>
            <a:pPr lvl="4">
              <a:spcBef>
                <a:spcPts val="600"/>
              </a:spcBef>
            </a:pPr>
            <a:r>
              <a:rPr lang="en-US" sz="2400" dirty="0">
                <a:solidFill>
                  <a:schemeClr val="tx1"/>
                </a:solidFill>
                <a:latin typeface="Garamond" panose="02020404030301010803" pitchFamily="18" charset="0"/>
              </a:rPr>
              <a:t>We will discuss a topics briefly and spend more coding in R here. </a:t>
            </a:r>
          </a:p>
          <a:p>
            <a:pPr lvl="4">
              <a:spcBef>
                <a:spcPts val="600"/>
              </a:spcBef>
            </a:pPr>
            <a:r>
              <a:rPr lang="en-US" sz="2400" dirty="0">
                <a:solidFill>
                  <a:schemeClr val="tx1"/>
                </a:solidFill>
                <a:latin typeface="Garamond" panose="02020404030301010803" pitchFamily="18" charset="0"/>
              </a:rPr>
              <a:t>If you would still prefer to work in STATA later, there is the </a:t>
            </a:r>
            <a:r>
              <a:rPr lang="en-US" sz="2400" dirty="0" err="1">
                <a:solidFill>
                  <a:schemeClr val="tx1"/>
                </a:solidFill>
                <a:latin typeface="Garamond" panose="02020404030301010803" pitchFamily="18" charset="0"/>
              </a:rPr>
              <a:t>sae</a:t>
            </a:r>
            <a:r>
              <a:rPr lang="en-US" sz="2400" dirty="0">
                <a:solidFill>
                  <a:schemeClr val="tx1"/>
                </a:solidFill>
                <a:latin typeface="Garamond" panose="02020404030301010803" pitchFamily="18" charset="0"/>
              </a:rPr>
              <a:t> STATA package which you can use </a:t>
            </a:r>
            <a:r>
              <a:rPr lang="en-US" sz="2400" dirty="0">
                <a:solidFill>
                  <a:schemeClr val="tx1"/>
                </a:solidFill>
                <a:latin typeface="Garamond" panose="02020404030301010803" pitchFamily="18" charset="0"/>
                <a:hlinkClick r:id="rId5"/>
              </a:rPr>
              <a:t>here</a:t>
            </a:r>
            <a:r>
              <a:rPr lang="en-US" sz="2400" dirty="0">
                <a:solidFill>
                  <a:schemeClr val="tx1"/>
                </a:solidFill>
                <a:latin typeface="Garamond" panose="02020404030301010803" pitchFamily="18" charset="0"/>
              </a:rPr>
              <a:t> (you will see the link when I push to github)</a:t>
            </a:r>
          </a:p>
          <a:p>
            <a:pPr lvl="3">
              <a:spcBef>
                <a:spcPts val="600"/>
              </a:spcBef>
            </a:pPr>
            <a:r>
              <a:rPr lang="en-US" sz="2400" dirty="0">
                <a:solidFill>
                  <a:schemeClr val="tx1"/>
                </a:solidFill>
                <a:latin typeface="Garamond" panose="02020404030301010803" pitchFamily="18" charset="0"/>
              </a:rPr>
              <a:t>This GitHub repo for the training will be a living repo. I will update it as deemed necessary. </a:t>
            </a:r>
          </a:p>
          <a:p>
            <a:pPr lvl="4">
              <a:spcBef>
                <a:spcPts val="600"/>
              </a:spcBef>
            </a:pPr>
            <a:r>
              <a:rPr lang="en-US" dirty="0">
                <a:solidFill>
                  <a:schemeClr val="tx1"/>
                </a:solidFill>
                <a:latin typeface="Garamond" panose="02020404030301010803" pitchFamily="18" charset="0"/>
              </a:rPr>
              <a:t>If you want to contribute, please let me know and you may create a dedicated github branch. I will add you to the repo if you share your github handle. </a:t>
            </a: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Tree>
    <p:extLst>
      <p:ext uri="{BB962C8B-B14F-4D97-AF65-F5344CB8AC3E}">
        <p14:creationId xmlns:p14="http://schemas.microsoft.com/office/powerpoint/2010/main" val="821727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600" b="1" dirty="0">
                <a:latin typeface="Garamond" panose="02020404030301010803" pitchFamily="18" charset="0"/>
              </a:rPr>
              <a:t>What is Necessary in order to do a  Unit-level Poverty Map?</a:t>
            </a:r>
          </a:p>
        </p:txBody>
      </p:sp>
      <p:sp>
        <p:nvSpPr>
          <p:cNvPr id="3" name="Content Placeholder 2"/>
          <p:cNvSpPr>
            <a:spLocks noGrp="1"/>
          </p:cNvSpPr>
          <p:nvPr>
            <p:ph type="body" sz="quarter" idx="13"/>
          </p:nvPr>
        </p:nvSpPr>
        <p:spPr/>
        <p:txBody>
          <a:bodyPr>
            <a:noAutofit/>
          </a:bodyPr>
          <a:lstStyle/>
          <a:p>
            <a:pPr marL="457200" indent="-457200">
              <a:buFont typeface="+mj-lt"/>
              <a:buAutoNum type="arabicPeriod"/>
            </a:pPr>
            <a:endParaRPr lang="en-US" sz="2400" dirty="0">
              <a:solidFill>
                <a:schemeClr val="tx1"/>
              </a:solidFill>
              <a:latin typeface="Garamond" panose="02020404030301010803" pitchFamily="18" charset="0"/>
            </a:endParaRPr>
          </a:p>
          <a:p>
            <a:pPr marL="457200" indent="-457200">
              <a:buFont typeface="+mj-lt"/>
              <a:buAutoNum type="arabicPeriod"/>
            </a:pPr>
            <a:r>
              <a:rPr lang="en-US" sz="2400" dirty="0">
                <a:solidFill>
                  <a:schemeClr val="tx1"/>
                </a:solidFill>
                <a:latin typeface="Garamond" panose="02020404030301010803" pitchFamily="18" charset="0"/>
              </a:rPr>
              <a:t>Household survey and Census must have variables in common between them</a:t>
            </a:r>
          </a:p>
          <a:p>
            <a:pPr lvl="3">
              <a:buFont typeface="Arial" panose="020B0604020202020204" pitchFamily="34" charset="0"/>
              <a:buChar char="•"/>
            </a:pPr>
            <a:r>
              <a:rPr lang="en-US" sz="2200" dirty="0">
                <a:solidFill>
                  <a:schemeClr val="tx1"/>
                </a:solidFill>
                <a:latin typeface="Garamond" panose="02020404030301010803" pitchFamily="18" charset="0"/>
              </a:rPr>
              <a:t>Questions should be defined in a similar manner in both data sources</a:t>
            </a:r>
          </a:p>
          <a:p>
            <a:pPr lvl="3"/>
            <a:r>
              <a:rPr lang="en-US" sz="2200" dirty="0">
                <a:solidFill>
                  <a:schemeClr val="tx1"/>
                </a:solidFill>
                <a:latin typeface="Garamond" panose="02020404030301010803" pitchFamily="18" charset="0"/>
              </a:rPr>
              <a:t>Variables should have similar distributions</a:t>
            </a:r>
          </a:p>
          <a:p>
            <a:pPr marL="457200" indent="-457200">
              <a:buFont typeface="+mj-lt"/>
              <a:buAutoNum type="arabicPeriod"/>
            </a:pPr>
            <a:r>
              <a:rPr lang="en-US" sz="2400" dirty="0">
                <a:solidFill>
                  <a:schemeClr val="tx1"/>
                </a:solidFill>
                <a:latin typeface="Garamond" panose="02020404030301010803" pitchFamily="18" charset="0"/>
              </a:rPr>
              <a:t>Common variables should be sufficiently correlated with the welfare measure of interest (income or consumption)</a:t>
            </a:r>
          </a:p>
          <a:p>
            <a:pPr marL="457200" indent="-457200">
              <a:buFont typeface="+mj-lt"/>
              <a:buAutoNum type="arabicPeriod"/>
            </a:pPr>
            <a:r>
              <a:rPr lang="en-US" sz="2400" dirty="0">
                <a:solidFill>
                  <a:schemeClr val="tx1"/>
                </a:solidFill>
                <a:latin typeface="Garamond" panose="02020404030301010803" pitchFamily="18" charset="0"/>
              </a:rPr>
              <a:t>Additionally, we need a location variable in order to link the census and survey at that level</a:t>
            </a:r>
          </a:p>
        </p:txBody>
      </p:sp>
      <p:sp>
        <p:nvSpPr>
          <p:cNvPr id="5" name="Slide Number Placeholder 4"/>
          <p:cNvSpPr>
            <a:spLocks noGrp="1"/>
          </p:cNvSpPr>
          <p:nvPr>
            <p:ph type="sldNum" sz="quarter" idx="15"/>
          </p:nvPr>
        </p:nvSpPr>
        <p:spPr/>
        <p:txBody>
          <a:bodyPr/>
          <a:lstStyle/>
          <a:p>
            <a:pPr>
              <a:defRPr/>
            </a:pPr>
            <a:fld id="{BCF6E8C5-46C5-4065-B7C6-3D8C05D849D9}" type="slidenum">
              <a:rPr lang="en-US" smtClean="0">
                <a:solidFill>
                  <a:srgbClr val="000000">
                    <a:lumMod val="65000"/>
                    <a:lumOff val="35000"/>
                  </a:srgbClr>
                </a:solidFill>
              </a:rPr>
              <a:pPr>
                <a:defRPr/>
              </a:pPr>
              <a:t>7</a:t>
            </a:fld>
            <a:endParaRPr lang="en-US" dirty="0">
              <a:solidFill>
                <a:srgbClr val="000000">
                  <a:lumMod val="65000"/>
                  <a:lumOff val="35000"/>
                </a:srgbClr>
              </a:solidFill>
            </a:endParaRPr>
          </a:p>
        </p:txBody>
      </p:sp>
    </p:spTree>
    <p:extLst>
      <p:ext uri="{BB962C8B-B14F-4D97-AF65-F5344CB8AC3E}">
        <p14:creationId xmlns:p14="http://schemas.microsoft.com/office/powerpoint/2010/main" val="3475901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800" b="1" dirty="0">
                <a:latin typeface="Garamond" panose="02020404030301010803" pitchFamily="18" charset="0"/>
              </a:rPr>
              <a:t>The assumed model used for unit-level SAE</a:t>
            </a:r>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3"/>
              </p:nvPr>
            </p:nvSpPr>
            <p:spPr>
              <a:xfrm>
                <a:off x="475914" y="1400441"/>
                <a:ext cx="11350326" cy="5043901"/>
              </a:xfrm>
            </p:spPr>
            <p:txBody>
              <a:bodyPr>
                <a:noAutofit/>
              </a:bodyPr>
              <a:lstStyle/>
              <a:p>
                <a:pPr marL="546100" lvl="3" indent="0">
                  <a:spcBef>
                    <a:spcPts val="600"/>
                  </a:spcBef>
                  <a:buNone/>
                </a:pPr>
                <a:endParaRPr lang="en-US" sz="2400" dirty="0">
                  <a:solidFill>
                    <a:schemeClr val="tx1"/>
                  </a:solidFill>
                  <a:latin typeface="Garamond" panose="02020404030301010803" pitchFamily="18" charset="0"/>
                </a:endParaRPr>
              </a:p>
              <a:p>
                <a:pPr marL="546100" lvl="3" indent="0">
                  <a:spcBef>
                    <a:spcPts val="600"/>
                  </a:spcBef>
                  <a:buNone/>
                </a:pPr>
                <a:r>
                  <a:rPr lang="en-US" sz="2400" dirty="0">
                    <a:solidFill>
                      <a:schemeClr val="tx1"/>
                    </a:solidFill>
                    <a:latin typeface="Garamond" panose="02020404030301010803" pitchFamily="18" charset="0"/>
                  </a:rPr>
                  <a:t>	The nested error model used for unit level small area estimation comes from </a:t>
                </a:r>
                <a:r>
                  <a:rPr lang="en-US" sz="2400" dirty="0" err="1">
                    <a:solidFill>
                      <a:schemeClr val="tx1"/>
                    </a:solidFill>
                    <a:latin typeface="Garamond" panose="02020404030301010803" pitchFamily="18" charset="0"/>
                  </a:rPr>
                  <a:t>Battese</a:t>
                </a:r>
                <a:r>
                  <a:rPr lang="en-US" sz="2400" dirty="0">
                    <a:solidFill>
                      <a:schemeClr val="tx1"/>
                    </a:solidFill>
                    <a:latin typeface="Garamond" panose="02020404030301010803" pitchFamily="18" charset="0"/>
                  </a:rPr>
                  <a:t>, 	Harter and Fuller (1988):</a:t>
                </a:r>
              </a:p>
              <a:p>
                <a:pPr marL="546100" lvl="3" indent="0">
                  <a:spcBef>
                    <a:spcPts val="600"/>
                  </a:spcBef>
                  <a:buNone/>
                </a:pPr>
                <a:endParaRPr lang="en-US" sz="2400" dirty="0">
                  <a:solidFill>
                    <a:schemeClr val="tx1"/>
                  </a:solidFill>
                  <a:latin typeface="Garamond" panose="02020404030301010803" pitchFamily="18" charset="0"/>
                </a:endParaRPr>
              </a:p>
              <a:p>
                <a:pPr marL="546100" lvl="3" indent="0">
                  <a:spcBef>
                    <a:spcPts val="600"/>
                  </a:spcBef>
                  <a:buNone/>
                </a:pPr>
                <a:r>
                  <a:rPr lang="en-US" sz="2400" dirty="0">
                    <a:solidFill>
                      <a:schemeClr val="tx1"/>
                    </a:solidFill>
                    <a:latin typeface="Garamond" panose="02020404030301010803" pitchFamily="18" charset="0"/>
                  </a:rPr>
                  <a:t>		</a:t>
                </a:r>
                <a14:m>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𝑦</m:t>
                        </m:r>
                      </m:e>
                      <m:sub>
                        <m:r>
                          <a:rPr lang="en-US" sz="2400" b="0" i="1" smtClean="0">
                            <a:solidFill>
                              <a:schemeClr val="tx1"/>
                            </a:solidFill>
                            <a:latin typeface="Cambria Math" panose="02040503050406030204" pitchFamily="18" charset="0"/>
                          </a:rPr>
                          <m:t>𝑐h</m:t>
                        </m:r>
                      </m:sub>
                    </m:sSub>
                    <m:r>
                      <a:rPr lang="en-US" sz="2400" b="0" i="1" smtClean="0">
                        <a:solidFill>
                          <a:schemeClr val="tx1"/>
                        </a:solidFill>
                        <a:latin typeface="Cambria Math" panose="02040503050406030204" pitchFamily="18" charset="0"/>
                      </a:rPr>
                      <m:t>=</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𝑥</m:t>
                        </m:r>
                      </m:e>
                      <m:sub>
                        <m:r>
                          <a:rPr lang="en-US" sz="2400" b="0" i="1" smtClean="0">
                            <a:solidFill>
                              <a:schemeClr val="tx1"/>
                            </a:solidFill>
                            <a:latin typeface="Cambria Math" panose="02040503050406030204" pitchFamily="18" charset="0"/>
                          </a:rPr>
                          <m:t>𝑐h</m:t>
                        </m:r>
                      </m:sub>
                    </m:sSub>
                    <m:r>
                      <a:rPr lang="en-US" sz="2400" b="0" i="1" smtClean="0">
                        <a:solidFill>
                          <a:schemeClr val="tx1"/>
                        </a:solidFill>
                        <a:latin typeface="Cambria Math" panose="02040503050406030204" pitchFamily="18" charset="0"/>
                      </a:rPr>
                      <m:t>𝛽</m:t>
                    </m:r>
                    <m:r>
                      <a:rPr lang="en-US" sz="2400" b="0" i="1" smtClean="0">
                        <a:solidFill>
                          <a:schemeClr val="tx1"/>
                        </a:solidFill>
                        <a:latin typeface="Cambria Math" panose="02040503050406030204" pitchFamily="18" charset="0"/>
                      </a:rPr>
                      <m:t>+</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𝜂</m:t>
                        </m:r>
                      </m:e>
                      <m:sub>
                        <m:r>
                          <a:rPr lang="en-US" sz="2400" b="0" i="1" smtClean="0">
                            <a:solidFill>
                              <a:schemeClr val="tx1"/>
                            </a:solidFill>
                            <a:latin typeface="Cambria Math" panose="02040503050406030204" pitchFamily="18" charset="0"/>
                          </a:rPr>
                          <m:t>𝑐</m:t>
                        </m:r>
                      </m:sub>
                    </m:sSub>
                    <m:r>
                      <a:rPr lang="en-US" sz="2400" b="0" i="1" smtClean="0">
                        <a:solidFill>
                          <a:schemeClr val="tx1"/>
                        </a:solidFill>
                        <a:latin typeface="Cambria Math" panose="02040503050406030204" pitchFamily="18" charset="0"/>
                      </a:rPr>
                      <m:t>+</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𝑒</m:t>
                        </m:r>
                      </m:e>
                      <m:sub>
                        <m:r>
                          <a:rPr lang="en-US" sz="2400" b="0" i="1" smtClean="0">
                            <a:solidFill>
                              <a:schemeClr val="tx1"/>
                            </a:solidFill>
                            <a:latin typeface="Cambria Math" panose="02040503050406030204" pitchFamily="18" charset="0"/>
                          </a:rPr>
                          <m:t>𝑐h</m:t>
                        </m:r>
                      </m:sub>
                    </m:sSub>
                    <m:r>
                      <a:rPr lang="en-US" sz="2400" b="0" i="1" smtClean="0">
                        <a:solidFill>
                          <a:schemeClr val="tx1"/>
                        </a:solidFill>
                        <a:latin typeface="Cambria Math" panose="02040503050406030204" pitchFamily="18" charset="0"/>
                      </a:rPr>
                      <m:t>;    </m:t>
                    </m:r>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=1,…,</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𝑁</m:t>
                        </m:r>
                      </m:e>
                      <m:sub>
                        <m:r>
                          <a:rPr lang="en-US" sz="2400" b="0" i="1" smtClean="0">
                            <a:solidFill>
                              <a:schemeClr val="tx1"/>
                            </a:solidFill>
                            <a:latin typeface="Cambria Math" panose="02040503050406030204" pitchFamily="18" charset="0"/>
                          </a:rPr>
                          <m:t>𝑐</m:t>
                        </m:r>
                      </m:sub>
                    </m:sSub>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𝑐</m:t>
                    </m:r>
                    <m:r>
                      <a:rPr lang="en-US" sz="2400" b="0" i="1" smtClean="0">
                        <a:solidFill>
                          <a:schemeClr val="tx1"/>
                        </a:solidFill>
                        <a:latin typeface="Cambria Math" panose="02040503050406030204" pitchFamily="18" charset="0"/>
                      </a:rPr>
                      <m:t>=1,…,</m:t>
                    </m:r>
                    <m:r>
                      <a:rPr lang="en-US" sz="2400" b="0" i="1" smtClean="0">
                        <a:solidFill>
                          <a:schemeClr val="tx1"/>
                        </a:solidFill>
                        <a:latin typeface="Cambria Math" panose="02040503050406030204" pitchFamily="18" charset="0"/>
                      </a:rPr>
                      <m:t>𝐶</m:t>
                    </m:r>
                  </m:oMath>
                </a14:m>
                <a:endParaRPr lang="en-US" sz="2400" dirty="0">
                  <a:solidFill>
                    <a:schemeClr val="tx1"/>
                  </a:solidFill>
                  <a:latin typeface="Garamond" panose="02020404030301010803" pitchFamily="18" charset="0"/>
                </a:endParaRPr>
              </a:p>
              <a:p>
                <a:pPr marL="546100" lvl="3" indent="0">
                  <a:spcBef>
                    <a:spcPts val="600"/>
                  </a:spcBef>
                  <a:buNone/>
                </a:pPr>
                <a:endParaRPr lang="en-US" sz="2400" dirty="0">
                  <a:solidFill>
                    <a:schemeClr val="tx1"/>
                  </a:solidFill>
                  <a:latin typeface="Garamond" panose="02020404030301010803" pitchFamily="18" charset="0"/>
                </a:endParaRPr>
              </a:p>
              <a:p>
                <a:pPr marL="546100" lvl="3" indent="0">
                  <a:spcBef>
                    <a:spcPts val="600"/>
                  </a:spcBef>
                  <a:buNone/>
                </a:pPr>
                <a:r>
                  <a:rPr lang="en-US" sz="2400" dirty="0">
                    <a:solidFill>
                      <a:schemeClr val="tx1"/>
                    </a:solidFill>
                    <a:latin typeface="Garamond" panose="02020404030301010803" pitchFamily="18" charset="0"/>
                  </a:rPr>
                  <a:t>	where </a:t>
                </a:r>
                <a14:m>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𝜂</m:t>
                        </m:r>
                      </m:e>
                      <m:sub>
                        <m:r>
                          <a:rPr lang="en-US" sz="2400" b="0" i="1" smtClean="0">
                            <a:solidFill>
                              <a:schemeClr val="tx1"/>
                            </a:solidFill>
                            <a:latin typeface="Cambria Math" panose="02040503050406030204" pitchFamily="18" charset="0"/>
                          </a:rPr>
                          <m:t>𝑐</m:t>
                        </m:r>
                      </m:sub>
                    </m:sSub>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𝑁</m:t>
                    </m:r>
                    <m:r>
                      <a:rPr lang="en-US" sz="2400" b="0" i="1" smtClean="0">
                        <a:solidFill>
                          <a:schemeClr val="tx1"/>
                        </a:solidFill>
                        <a:latin typeface="Cambria Math" panose="02040503050406030204" pitchFamily="18" charset="0"/>
                      </a:rPr>
                      <m:t>(0,</m:t>
                    </m:r>
                    <m:sSubSup>
                      <m:sSubSupPr>
                        <m:ctrlPr>
                          <a:rPr lang="en-US" sz="2400" b="0" i="1" smtClean="0">
                            <a:solidFill>
                              <a:schemeClr val="tx1"/>
                            </a:solidFill>
                            <a:latin typeface="Cambria Math" panose="02040503050406030204" pitchFamily="18" charset="0"/>
                          </a:rPr>
                        </m:ctrlPr>
                      </m:sSubSupPr>
                      <m:e>
                        <m:r>
                          <a:rPr lang="en-US" sz="2400" b="0" i="1" smtClean="0">
                            <a:solidFill>
                              <a:schemeClr val="tx1"/>
                            </a:solidFill>
                            <a:latin typeface="Cambria Math" panose="02040503050406030204" pitchFamily="18" charset="0"/>
                          </a:rPr>
                          <m:t>𝜎</m:t>
                        </m:r>
                      </m:e>
                      <m:sub>
                        <m:r>
                          <a:rPr lang="en-US" sz="2400" b="0" i="1" smtClean="0">
                            <a:solidFill>
                              <a:schemeClr val="tx1"/>
                            </a:solidFill>
                            <a:latin typeface="Cambria Math" panose="02040503050406030204" pitchFamily="18" charset="0"/>
                          </a:rPr>
                          <m:t>𝜂</m:t>
                        </m:r>
                      </m:sub>
                      <m:sup>
                        <m:r>
                          <a:rPr lang="en-US" sz="2400" b="0" i="1" smtClean="0">
                            <a:solidFill>
                              <a:schemeClr val="tx1"/>
                            </a:solidFill>
                            <a:latin typeface="Cambria Math" panose="02040503050406030204" pitchFamily="18" charset="0"/>
                          </a:rPr>
                          <m:t>2</m:t>
                        </m:r>
                      </m:sup>
                    </m:sSubSup>
                    <m:r>
                      <a:rPr lang="en-US" sz="2400" b="0" i="1" smtClean="0">
                        <a:solidFill>
                          <a:schemeClr val="tx1"/>
                        </a:solidFill>
                        <a:latin typeface="Cambria Math" panose="02040503050406030204" pitchFamily="18" charset="0"/>
                      </a:rPr>
                      <m:t>)</m:t>
                    </m:r>
                  </m:oMath>
                </a14:m>
                <a:r>
                  <a:rPr lang="en-US" sz="2400" dirty="0">
                    <a:solidFill>
                      <a:schemeClr val="tx1"/>
                    </a:solidFill>
                    <a:latin typeface="Garamond" panose="02020404030301010803" pitchFamily="18" charset="0"/>
                  </a:rPr>
                  <a:t> and </a:t>
                </a:r>
                <a14:m>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𝑒</m:t>
                        </m:r>
                      </m:e>
                      <m:sub>
                        <m:r>
                          <a:rPr lang="en-US" sz="2400" b="0" i="1" smtClean="0">
                            <a:solidFill>
                              <a:schemeClr val="tx1"/>
                            </a:solidFill>
                            <a:latin typeface="Cambria Math" panose="02040503050406030204" pitchFamily="18" charset="0"/>
                          </a:rPr>
                          <m:t>𝑐h</m:t>
                        </m:r>
                      </m:sub>
                    </m:sSub>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𝑁</m:t>
                    </m:r>
                    <m:r>
                      <a:rPr lang="en-US" sz="2400" b="0" i="1" smtClean="0">
                        <a:solidFill>
                          <a:schemeClr val="tx1"/>
                        </a:solidFill>
                        <a:latin typeface="Cambria Math" panose="02040503050406030204" pitchFamily="18" charset="0"/>
                      </a:rPr>
                      <m:t>(0,</m:t>
                    </m:r>
                    <m:sSubSup>
                      <m:sSubSupPr>
                        <m:ctrlPr>
                          <a:rPr lang="en-US" sz="2400" b="0" i="1" smtClean="0">
                            <a:solidFill>
                              <a:schemeClr val="tx1"/>
                            </a:solidFill>
                            <a:latin typeface="Cambria Math" panose="02040503050406030204" pitchFamily="18" charset="0"/>
                          </a:rPr>
                        </m:ctrlPr>
                      </m:sSubSupPr>
                      <m:e>
                        <m:r>
                          <a:rPr lang="en-US" sz="2400" b="0" i="1" smtClean="0">
                            <a:solidFill>
                              <a:schemeClr val="tx1"/>
                            </a:solidFill>
                            <a:latin typeface="Cambria Math" panose="02040503050406030204" pitchFamily="18" charset="0"/>
                          </a:rPr>
                          <m:t>𝜎</m:t>
                        </m:r>
                      </m:e>
                      <m:sub>
                        <m:r>
                          <a:rPr lang="en-US" sz="2400" b="0" i="1" smtClean="0">
                            <a:solidFill>
                              <a:schemeClr val="tx1"/>
                            </a:solidFill>
                            <a:latin typeface="Cambria Math" panose="02040503050406030204" pitchFamily="18" charset="0"/>
                          </a:rPr>
                          <m:t>𝑒</m:t>
                        </m:r>
                      </m:sub>
                      <m:sup>
                        <m:r>
                          <a:rPr lang="en-US" sz="2400" b="0" i="1" smtClean="0">
                            <a:solidFill>
                              <a:schemeClr val="tx1"/>
                            </a:solidFill>
                            <a:latin typeface="Cambria Math" panose="02040503050406030204" pitchFamily="18" charset="0"/>
                          </a:rPr>
                          <m:t>2</m:t>
                        </m:r>
                      </m:sup>
                    </m:sSubSup>
                    <m:r>
                      <a:rPr lang="en-US" sz="2400" b="0" i="1" smtClean="0">
                        <a:solidFill>
                          <a:schemeClr val="tx1"/>
                        </a:solidFill>
                        <a:latin typeface="Cambria Math" panose="02040503050406030204" pitchFamily="18" charset="0"/>
                      </a:rPr>
                      <m:t>)</m:t>
                    </m:r>
                  </m:oMath>
                </a14:m>
                <a:endParaRPr lang="en-US" sz="2400" dirty="0">
                  <a:solidFill>
                    <a:schemeClr val="tx1"/>
                  </a:solidFill>
                  <a:latin typeface="Garamond" panose="02020404030301010803" pitchFamily="18" charset="0"/>
                </a:endParaRPr>
              </a:p>
              <a:p>
                <a:pPr lvl="3">
                  <a:spcBef>
                    <a:spcPts val="600"/>
                  </a:spcBef>
                </a:pPr>
                <a:r>
                  <a:rPr lang="en-US" sz="2400" i="1" dirty="0">
                    <a:solidFill>
                      <a:schemeClr val="tx1"/>
                    </a:solidFill>
                    <a:latin typeface="Garamond" panose="02020404030301010803" pitchFamily="18" charset="0"/>
                  </a:rPr>
                  <a:t>C </a:t>
                </a:r>
                <a:r>
                  <a:rPr lang="en-US" sz="2400" dirty="0">
                    <a:solidFill>
                      <a:schemeClr val="tx1"/>
                    </a:solidFill>
                    <a:latin typeface="Garamond" panose="02020404030301010803" pitchFamily="18" charset="0"/>
                  </a:rPr>
                  <a:t> is the number of locations, </a:t>
                </a:r>
                <a14:m>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𝑁</m:t>
                        </m:r>
                      </m:e>
                      <m:sub>
                        <m:r>
                          <a:rPr lang="en-US" sz="2400" b="0" i="1" smtClean="0">
                            <a:solidFill>
                              <a:schemeClr val="tx1"/>
                            </a:solidFill>
                            <a:latin typeface="Cambria Math" panose="02040503050406030204" pitchFamily="18" charset="0"/>
                          </a:rPr>
                          <m:t>𝑐</m:t>
                        </m:r>
                      </m:sub>
                    </m:sSub>
                  </m:oMath>
                </a14:m>
                <a:r>
                  <a:rPr lang="en-US" sz="2400" i="1" dirty="0">
                    <a:solidFill>
                      <a:schemeClr val="tx1"/>
                    </a:solidFill>
                    <a:latin typeface="Garamond" panose="02020404030301010803" pitchFamily="18" charset="0"/>
                  </a:rPr>
                  <a:t> </a:t>
                </a:r>
                <a:r>
                  <a:rPr lang="en-US" sz="2400" dirty="0">
                    <a:solidFill>
                      <a:schemeClr val="tx1"/>
                    </a:solidFill>
                    <a:latin typeface="Garamond" panose="02020404030301010803" pitchFamily="18" charset="0"/>
                  </a:rPr>
                  <a:t>is the number of observations in location </a:t>
                </a:r>
                <a14:m>
                  <m:oMath xmlns:m="http://schemas.openxmlformats.org/officeDocument/2006/math">
                    <m:r>
                      <a:rPr lang="en-US" sz="2400" b="0" i="1" smtClean="0">
                        <a:solidFill>
                          <a:schemeClr val="tx1"/>
                        </a:solidFill>
                        <a:latin typeface="Cambria Math" panose="02040503050406030204" pitchFamily="18" charset="0"/>
                      </a:rPr>
                      <m:t>𝑐</m:t>
                    </m:r>
                  </m:oMath>
                </a14:m>
                <a:endParaRPr lang="en-US" sz="2400" i="1" dirty="0">
                  <a:solidFill>
                    <a:schemeClr val="tx1"/>
                  </a:solidFill>
                  <a:latin typeface="Garamond" panose="02020404030301010803" pitchFamily="18" charset="0"/>
                </a:endParaRPr>
              </a:p>
              <a:p>
                <a:pPr lvl="3">
                  <a:spcBef>
                    <a:spcPts val="600"/>
                  </a:spcBef>
                </a:pPr>
                <a:r>
                  <a:rPr lang="en-US" sz="2400" dirty="0">
                    <a:solidFill>
                      <a:schemeClr val="tx1"/>
                    </a:solidFill>
                    <a:latin typeface="Garamond" panose="02020404030301010803" pitchFamily="18" charset="0"/>
                  </a:rPr>
                  <a:t>The model was originally used to produce county-level corn and soybean crop area estimates for Iowa,  U.S by </a:t>
                </a:r>
                <a:r>
                  <a:rPr lang="en-US" sz="2400" dirty="0" err="1">
                    <a:solidFill>
                      <a:schemeClr val="tx1"/>
                    </a:solidFill>
                    <a:latin typeface="Garamond" panose="02020404030301010803" pitchFamily="18" charset="0"/>
                  </a:rPr>
                  <a:t>Battese</a:t>
                </a:r>
                <a:r>
                  <a:rPr lang="en-US" sz="2400" dirty="0">
                    <a:solidFill>
                      <a:schemeClr val="tx1"/>
                    </a:solidFill>
                    <a:latin typeface="Garamond" panose="02020404030301010803" pitchFamily="18" charset="0"/>
                  </a:rPr>
                  <a:t>, Harter and Fuller (1988)</a:t>
                </a:r>
              </a:p>
              <a:p>
                <a:pPr lvl="3">
                  <a:spcBef>
                    <a:spcPts val="600"/>
                  </a:spcBef>
                </a:pPr>
                <a:r>
                  <a:rPr lang="en-US" sz="2400" dirty="0">
                    <a:solidFill>
                      <a:schemeClr val="tx1"/>
                    </a:solidFill>
                    <a:latin typeface="Garamond" panose="02020404030301010803" pitchFamily="18" charset="0"/>
                  </a:rPr>
                  <a:t>The model assumes </a:t>
                </a:r>
                <a:r>
                  <a:rPr lang="en-US" sz="2400" b="1" dirty="0">
                    <a:solidFill>
                      <a:schemeClr val="tx1"/>
                    </a:solidFill>
                    <a:latin typeface="Garamond" panose="02020404030301010803" pitchFamily="18" charset="0"/>
                  </a:rPr>
                  <a:t>normally distributed error terms</a:t>
                </a:r>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3"/>
              </p:nvPr>
            </p:nvSpPr>
            <p:spPr>
              <a:xfrm>
                <a:off x="475914" y="1400441"/>
                <a:ext cx="11350326" cy="5043901"/>
              </a:xfrm>
              <a:blipFill>
                <a:blip r:embed="rId3"/>
                <a:stretch>
                  <a:fillRect b="-4111"/>
                </a:stretch>
              </a:blipFill>
            </p:spPr>
            <p:txBody>
              <a:bodyPr/>
              <a:lstStyle/>
              <a:p>
                <a:r>
                  <a:rPr lang="en-US">
                    <a:noFill/>
                  </a:rPr>
                  <a:t> </a:t>
                </a:r>
              </a:p>
            </p:txBody>
          </p:sp>
        </mc:Fallback>
      </mc:AlternateContent>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Tree>
    <p:extLst>
      <p:ext uri="{BB962C8B-B14F-4D97-AF65-F5344CB8AC3E}">
        <p14:creationId xmlns:p14="http://schemas.microsoft.com/office/powerpoint/2010/main" val="1755145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Chart, histogram&#10;&#10;Description automatically generated">
            <a:extLst>
              <a:ext uri="{FF2B5EF4-FFF2-40B4-BE49-F238E27FC236}">
                <a16:creationId xmlns:a16="http://schemas.microsoft.com/office/drawing/2014/main" id="{F6EBF33B-A96D-49C8-8AF4-3918F36BBA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7062" y="1514092"/>
            <a:ext cx="3287121" cy="2391335"/>
          </a:xfrm>
          <a:prstGeom prst="rect">
            <a:avLst/>
          </a:prstGeom>
        </p:spPr>
      </p:pic>
      <p:pic>
        <p:nvPicPr>
          <p:cNvPr id="8" name="Picture 7" descr="Chart, histogram&#10;&#10;Description automatically generated">
            <a:extLst>
              <a:ext uri="{FF2B5EF4-FFF2-40B4-BE49-F238E27FC236}">
                <a16:creationId xmlns:a16="http://schemas.microsoft.com/office/drawing/2014/main" id="{772200B8-5298-4254-866E-78C77C2854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2050" y="1487521"/>
            <a:ext cx="3287120" cy="2390633"/>
          </a:xfrm>
          <a:prstGeom prst="rect">
            <a:avLst/>
          </a:prstGeom>
        </p:spPr>
      </p:pic>
      <p:sp>
        <p:nvSpPr>
          <p:cNvPr id="2" name="Title 1"/>
          <p:cNvSpPr>
            <a:spLocks noGrp="1"/>
          </p:cNvSpPr>
          <p:nvPr>
            <p:ph type="title"/>
          </p:nvPr>
        </p:nvSpPr>
        <p:spPr/>
        <p:txBody>
          <a:bodyPr/>
          <a:lstStyle/>
          <a:p>
            <a:pPr marL="0" indent="0"/>
            <a:r>
              <a:rPr lang="en-US" sz="2800" b="1" dirty="0">
                <a:solidFill>
                  <a:schemeClr val="tx1">
                    <a:lumMod val="90000"/>
                    <a:lumOff val="10000"/>
                  </a:schemeClr>
                </a:solidFill>
                <a:latin typeface="Garamond" panose="02020404030301010803" pitchFamily="18" charset="0"/>
              </a:rPr>
              <a:t>Transformation is necessary to achieve an approximately normal distribution</a:t>
            </a:r>
          </a:p>
        </p:txBody>
      </p:sp>
      <p:sp>
        <p:nvSpPr>
          <p:cNvPr id="3" name="Content Placeholder 2"/>
          <p:cNvSpPr>
            <a:spLocks noGrp="1"/>
          </p:cNvSpPr>
          <p:nvPr>
            <p:ph type="body" sz="quarter" idx="13"/>
          </p:nvPr>
        </p:nvSpPr>
        <p:spPr>
          <a:xfrm>
            <a:off x="475914" y="1400441"/>
            <a:ext cx="11350326" cy="5043901"/>
          </a:xfrm>
        </p:spPr>
        <p:txBody>
          <a:bodyPr>
            <a:noAutofit/>
          </a:bodyPr>
          <a:lstStyle/>
          <a:p>
            <a:pPr marL="546100" lvl="3" indent="0">
              <a:spcBef>
                <a:spcPts val="600"/>
              </a:spcBef>
              <a:buNone/>
            </a:pPr>
            <a:endParaRPr lang="en-US" sz="2400" dirty="0">
              <a:solidFill>
                <a:schemeClr val="tx1"/>
              </a:solidFill>
              <a:latin typeface="Garamond" panose="02020404030301010803" pitchFamily="18" charset="0"/>
            </a:endParaRPr>
          </a:p>
          <a:p>
            <a:pPr lvl="4"/>
            <a:endParaRPr lang="en-US" sz="2400" dirty="0">
              <a:solidFill>
                <a:schemeClr val="tx1"/>
              </a:solidFill>
              <a:latin typeface="Garamond" panose="02020404030301010803" pitchFamily="18" charset="0"/>
            </a:endParaRPr>
          </a:p>
          <a:p>
            <a:pPr lvl="3"/>
            <a:endParaRPr lang="en-US" sz="2400" dirty="0">
              <a:solidFill>
                <a:schemeClr val="tx1"/>
              </a:solidFill>
              <a:latin typeface="Garamond" panose="02020404030301010803" pitchFamily="18" charset="0"/>
            </a:endParaRPr>
          </a:p>
          <a:p>
            <a:pPr lvl="3"/>
            <a:endParaRPr lang="en-US" sz="2400" dirty="0">
              <a:solidFill>
                <a:schemeClr val="tx1"/>
              </a:solidFill>
              <a:latin typeface="Garamond" panose="02020404030301010803" pitchFamily="18" charset="0"/>
            </a:endParaRPr>
          </a:p>
          <a:p>
            <a:pPr lvl="3"/>
            <a:endParaRPr lang="en-US" sz="2400" dirty="0">
              <a:solidFill>
                <a:schemeClr val="tx1"/>
              </a:solidFill>
              <a:latin typeface="Garamond" panose="02020404030301010803" pitchFamily="18" charset="0"/>
            </a:endParaRPr>
          </a:p>
          <a:p>
            <a:pPr marL="546100" lvl="3" indent="0">
              <a:buNone/>
            </a:pPr>
            <a:endParaRPr lang="en-US" sz="2400" dirty="0">
              <a:solidFill>
                <a:schemeClr val="tx1"/>
              </a:solidFill>
              <a:latin typeface="Garamond" panose="02020404030301010803" pitchFamily="18" charset="0"/>
            </a:endParaRP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pic>
        <p:nvPicPr>
          <p:cNvPr id="6" name="Picture 5" descr="Chart, histogram&#10;&#10;Description automatically generated">
            <a:extLst>
              <a:ext uri="{FF2B5EF4-FFF2-40B4-BE49-F238E27FC236}">
                <a16:creationId xmlns:a16="http://schemas.microsoft.com/office/drawing/2014/main" id="{02ADF5A7-278F-4616-965C-202859A2EC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573" y="1514092"/>
            <a:ext cx="3250585" cy="2364062"/>
          </a:xfrm>
          <a:prstGeom prst="rect">
            <a:avLst/>
          </a:prstGeom>
        </p:spPr>
      </p:pic>
      <p:sp>
        <p:nvSpPr>
          <p:cNvPr id="11" name="TextBox 10">
            <a:extLst>
              <a:ext uri="{FF2B5EF4-FFF2-40B4-BE49-F238E27FC236}">
                <a16:creationId xmlns:a16="http://schemas.microsoft.com/office/drawing/2014/main" id="{FB9A20A0-D381-44FE-916E-E48A9A242A87}"/>
              </a:ext>
            </a:extLst>
          </p:cNvPr>
          <p:cNvSpPr txBox="1"/>
          <p:nvPr/>
        </p:nvSpPr>
        <p:spPr>
          <a:xfrm>
            <a:off x="1557893" y="1229660"/>
            <a:ext cx="1003300" cy="369332"/>
          </a:xfrm>
          <a:prstGeom prst="rect">
            <a:avLst/>
          </a:prstGeom>
          <a:noFill/>
        </p:spPr>
        <p:txBody>
          <a:bodyPr wrap="square" rtlCol="0">
            <a:spAutoFit/>
          </a:bodyPr>
          <a:lstStyle/>
          <a:p>
            <a:r>
              <a:rPr lang="en-US" dirty="0"/>
              <a:t>Nat. log</a:t>
            </a:r>
          </a:p>
        </p:txBody>
      </p:sp>
      <p:sp>
        <p:nvSpPr>
          <p:cNvPr id="12" name="TextBox 11">
            <a:extLst>
              <a:ext uri="{FF2B5EF4-FFF2-40B4-BE49-F238E27FC236}">
                <a16:creationId xmlns:a16="http://schemas.microsoft.com/office/drawing/2014/main" id="{5A1E4875-5BA6-4614-B66D-0FB067C0711A}"/>
              </a:ext>
            </a:extLst>
          </p:cNvPr>
          <p:cNvSpPr txBox="1"/>
          <p:nvPr/>
        </p:nvSpPr>
        <p:spPr>
          <a:xfrm>
            <a:off x="5226658" y="1227160"/>
            <a:ext cx="2270126" cy="369332"/>
          </a:xfrm>
          <a:prstGeom prst="rect">
            <a:avLst/>
          </a:prstGeom>
          <a:noFill/>
        </p:spPr>
        <p:txBody>
          <a:bodyPr wrap="square" rtlCol="0">
            <a:spAutoFit/>
          </a:bodyPr>
          <a:lstStyle/>
          <a:p>
            <a:r>
              <a:rPr lang="en-US" dirty="0"/>
              <a:t>Box-Cox of Nat. log</a:t>
            </a:r>
          </a:p>
        </p:txBody>
      </p:sp>
      <p:sp>
        <p:nvSpPr>
          <p:cNvPr id="13" name="TextBox 12">
            <a:extLst>
              <a:ext uri="{FF2B5EF4-FFF2-40B4-BE49-F238E27FC236}">
                <a16:creationId xmlns:a16="http://schemas.microsoft.com/office/drawing/2014/main" id="{C320EEC2-7C0B-4951-A4F0-2F8880CCA561}"/>
              </a:ext>
            </a:extLst>
          </p:cNvPr>
          <p:cNvSpPr txBox="1"/>
          <p:nvPr/>
        </p:nvSpPr>
        <p:spPr>
          <a:xfrm>
            <a:off x="9699251" y="1215774"/>
            <a:ext cx="1242039" cy="369332"/>
          </a:xfrm>
          <a:prstGeom prst="rect">
            <a:avLst/>
          </a:prstGeom>
          <a:noFill/>
        </p:spPr>
        <p:txBody>
          <a:bodyPr wrap="square" rtlCol="0">
            <a:spAutoFit/>
          </a:bodyPr>
          <a:lstStyle/>
          <a:p>
            <a:r>
              <a:rPr lang="en-US" dirty="0"/>
              <a:t>Log shift</a:t>
            </a:r>
          </a:p>
        </p:txBody>
      </p:sp>
      <p:pic>
        <p:nvPicPr>
          <p:cNvPr id="14" name="Picture 13" descr="Chart, box and whisker chart&#10;&#10;Description automatically generated">
            <a:extLst>
              <a:ext uri="{FF2B5EF4-FFF2-40B4-BE49-F238E27FC236}">
                <a16:creationId xmlns:a16="http://schemas.microsoft.com/office/drawing/2014/main" id="{9845D7B9-FE19-4C50-BD61-F58CA85D0B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57892" y="4046989"/>
            <a:ext cx="3869785" cy="2815488"/>
          </a:xfrm>
          <a:prstGeom prst="rect">
            <a:avLst/>
          </a:prstGeom>
        </p:spPr>
      </p:pic>
      <p:pic>
        <p:nvPicPr>
          <p:cNvPr id="15" name="Picture 14" descr="Chart, box and whisker chart&#10;&#10;Description automatically generated">
            <a:extLst>
              <a:ext uri="{FF2B5EF4-FFF2-40B4-BE49-F238E27FC236}">
                <a16:creationId xmlns:a16="http://schemas.microsoft.com/office/drawing/2014/main" id="{30CFAA4E-A124-442C-B397-6FE2BC600D9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02937" y="3965234"/>
            <a:ext cx="3938353" cy="2865374"/>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0914777-FDDE-49C6-8F79-CE3D105C1F0A}"/>
                  </a:ext>
                </a:extLst>
              </p:cNvPr>
              <p:cNvSpPr txBox="1"/>
              <p:nvPr/>
            </p:nvSpPr>
            <p:spPr>
              <a:xfrm>
                <a:off x="303573" y="5037534"/>
                <a:ext cx="1384300" cy="369332"/>
              </a:xfrm>
              <a:prstGeom prst="rect">
                <a:avLst/>
              </a:prstGeom>
              <a:noFill/>
            </p:spPr>
            <p:txBody>
              <a:bodyPr wrap="square" rtlCol="0">
                <a:spAutoFit/>
              </a:bodyPr>
              <a:lstStyle/>
              <a:p>
                <a:r>
                  <a:rPr lang="en-US" dirty="0"/>
                  <a:t>Bias (</a:t>
                </a:r>
                <a14:m>
                  <m:oMath xmlns:m="http://schemas.openxmlformats.org/officeDocument/2006/math">
                    <m:r>
                      <a:rPr lang="en-US" b="0" i="1" smtClean="0">
                        <a:latin typeface="Cambria Math" panose="02040503050406030204" pitchFamily="18" charset="0"/>
                      </a:rPr>
                      <m:t>𝐶𝐸</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𝑎</m:t>
                        </m:r>
                      </m:sub>
                    </m:sSub>
                  </m:oMath>
                </a14:m>
                <a:r>
                  <a:rPr lang="en-US" dirty="0"/>
                  <a:t>)</a:t>
                </a:r>
              </a:p>
            </p:txBody>
          </p:sp>
        </mc:Choice>
        <mc:Fallback xmlns="">
          <p:sp>
            <p:nvSpPr>
              <p:cNvPr id="16" name="TextBox 15">
                <a:extLst>
                  <a:ext uri="{FF2B5EF4-FFF2-40B4-BE49-F238E27FC236}">
                    <a16:creationId xmlns:a16="http://schemas.microsoft.com/office/drawing/2014/main" id="{40914777-FDDE-49C6-8F79-CE3D105C1F0A}"/>
                  </a:ext>
                </a:extLst>
              </p:cNvPr>
              <p:cNvSpPr txBox="1">
                <a:spLocks noRot="1" noChangeAspect="1" noMove="1" noResize="1" noEditPoints="1" noAdjustHandles="1" noChangeArrowheads="1" noChangeShapeType="1" noTextEdit="1"/>
              </p:cNvSpPr>
              <p:nvPr/>
            </p:nvSpPr>
            <p:spPr>
              <a:xfrm>
                <a:off x="303573" y="5037534"/>
                <a:ext cx="1384300" cy="369332"/>
              </a:xfrm>
              <a:prstGeom prst="rect">
                <a:avLst/>
              </a:prstGeom>
              <a:blipFill>
                <a:blip r:embed="rId8"/>
                <a:stretch>
                  <a:fillRect l="-3965" t="-8197" r="-3524"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E24CD16-84E7-4AF5-8838-10390F3320A7}"/>
                  </a:ext>
                </a:extLst>
              </p:cNvPr>
              <p:cNvSpPr txBox="1"/>
              <p:nvPr/>
            </p:nvSpPr>
            <p:spPr>
              <a:xfrm>
                <a:off x="5649505" y="5038476"/>
                <a:ext cx="1511300" cy="369332"/>
              </a:xfrm>
              <a:prstGeom prst="rect">
                <a:avLst/>
              </a:prstGeom>
              <a:noFill/>
            </p:spPr>
            <p:txBody>
              <a:bodyPr wrap="square" rtlCol="0">
                <a:spAutoFit/>
              </a:bodyPr>
              <a:lstStyle/>
              <a:p>
                <a:r>
                  <a:rPr lang="en-US" dirty="0"/>
                  <a:t>MSE (</a:t>
                </a:r>
                <a14:m>
                  <m:oMath xmlns:m="http://schemas.openxmlformats.org/officeDocument/2006/math">
                    <m:r>
                      <a:rPr lang="en-US" b="0" i="1" smtClean="0">
                        <a:latin typeface="Cambria Math" panose="02040503050406030204" pitchFamily="18" charset="0"/>
                      </a:rPr>
                      <m:t>𝐶𝐸</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𝑎</m:t>
                        </m:r>
                      </m:sub>
                    </m:sSub>
                  </m:oMath>
                </a14:m>
                <a:r>
                  <a:rPr lang="en-US" dirty="0"/>
                  <a:t>)</a:t>
                </a:r>
              </a:p>
            </p:txBody>
          </p:sp>
        </mc:Choice>
        <mc:Fallback xmlns="">
          <p:sp>
            <p:nvSpPr>
              <p:cNvPr id="17" name="TextBox 16">
                <a:extLst>
                  <a:ext uri="{FF2B5EF4-FFF2-40B4-BE49-F238E27FC236}">
                    <a16:creationId xmlns:a16="http://schemas.microsoft.com/office/drawing/2014/main" id="{9E24CD16-84E7-4AF5-8838-10390F3320A7}"/>
                  </a:ext>
                </a:extLst>
              </p:cNvPr>
              <p:cNvSpPr txBox="1">
                <a:spLocks noRot="1" noChangeAspect="1" noMove="1" noResize="1" noEditPoints="1" noAdjustHandles="1" noChangeArrowheads="1" noChangeShapeType="1" noTextEdit="1"/>
              </p:cNvSpPr>
              <p:nvPr/>
            </p:nvSpPr>
            <p:spPr>
              <a:xfrm>
                <a:off x="5649505" y="5038476"/>
                <a:ext cx="1511300" cy="369332"/>
              </a:xfrm>
              <a:prstGeom prst="rect">
                <a:avLst/>
              </a:prstGeom>
              <a:blipFill>
                <a:blip r:embed="rId9"/>
                <a:stretch>
                  <a:fillRect l="-3629" t="-10000" b="-26667"/>
                </a:stretch>
              </a:blipFill>
            </p:spPr>
            <p:txBody>
              <a:bodyPr/>
              <a:lstStyle/>
              <a:p>
                <a:r>
                  <a:rPr lang="en-US">
                    <a:noFill/>
                  </a:rPr>
                  <a:t> </a:t>
                </a:r>
              </a:p>
            </p:txBody>
          </p:sp>
        </mc:Fallback>
      </mc:AlternateContent>
    </p:spTree>
    <p:extLst>
      <p:ext uri="{BB962C8B-B14F-4D97-AF65-F5344CB8AC3E}">
        <p14:creationId xmlns:p14="http://schemas.microsoft.com/office/powerpoint/2010/main" val="1608955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800" b="1" dirty="0">
                <a:solidFill>
                  <a:schemeClr val="tx1">
                    <a:lumMod val="90000"/>
                    <a:lumOff val="10000"/>
                  </a:schemeClr>
                </a:solidFill>
                <a:latin typeface="Garamond" panose="02020404030301010803" pitchFamily="18" charset="0"/>
              </a:rPr>
              <a:t>Transformation is necessary to achieve an approximately normal distribution</a:t>
            </a:r>
          </a:p>
        </p:txBody>
      </p:sp>
      <p:sp>
        <p:nvSpPr>
          <p:cNvPr id="3" name="Content Placeholder 2"/>
          <p:cNvSpPr>
            <a:spLocks noGrp="1"/>
          </p:cNvSpPr>
          <p:nvPr>
            <p:ph type="body" sz="quarter" idx="13"/>
          </p:nvPr>
        </p:nvSpPr>
        <p:spPr>
          <a:xfrm>
            <a:off x="475914" y="1400441"/>
            <a:ext cx="11350326" cy="5043901"/>
          </a:xfrm>
        </p:spPr>
        <p:txBody>
          <a:bodyPr>
            <a:noAutofit/>
          </a:bodyPr>
          <a:lstStyle/>
          <a:p>
            <a:pPr marL="546100" lvl="3" indent="0">
              <a:spcBef>
                <a:spcPts val="600"/>
              </a:spcBef>
              <a:buNone/>
            </a:pPr>
            <a:endParaRPr lang="en-US" sz="2400">
              <a:solidFill>
                <a:schemeClr val="tx1"/>
              </a:solidFill>
              <a:latin typeface="Garamond" panose="02020404030301010803" pitchFamily="18" charset="0"/>
            </a:endParaRPr>
          </a:p>
          <a:p>
            <a:pPr lvl="4"/>
            <a:endParaRPr lang="en-US" sz="2400">
              <a:solidFill>
                <a:schemeClr val="tx1"/>
              </a:solidFill>
              <a:latin typeface="Garamond" panose="02020404030301010803" pitchFamily="18" charset="0"/>
            </a:endParaRPr>
          </a:p>
          <a:p>
            <a:pPr lvl="3"/>
            <a:endParaRPr lang="en-US" sz="2400">
              <a:solidFill>
                <a:schemeClr val="tx1"/>
              </a:solidFill>
              <a:latin typeface="Garamond" panose="02020404030301010803" pitchFamily="18" charset="0"/>
            </a:endParaRPr>
          </a:p>
          <a:p>
            <a:pPr lvl="3"/>
            <a:endParaRPr lang="en-US" sz="2400">
              <a:solidFill>
                <a:schemeClr val="tx1"/>
              </a:solidFill>
              <a:latin typeface="Garamond" panose="02020404030301010803" pitchFamily="18" charset="0"/>
            </a:endParaRPr>
          </a:p>
          <a:p>
            <a:pPr lvl="3"/>
            <a:endParaRPr lang="en-US" sz="2400">
              <a:solidFill>
                <a:schemeClr val="tx1"/>
              </a:solidFill>
              <a:latin typeface="Garamond" panose="02020404030301010803" pitchFamily="18" charset="0"/>
            </a:endParaRPr>
          </a:p>
          <a:p>
            <a:pPr marL="546100" lvl="3" indent="0">
              <a:buNone/>
            </a:pPr>
            <a:endParaRPr lang="en-US" sz="2400" dirty="0">
              <a:solidFill>
                <a:schemeClr val="tx1"/>
              </a:solidFill>
              <a:latin typeface="Garamond" panose="02020404030301010803" pitchFamily="18" charset="0"/>
            </a:endParaRP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pic>
        <p:nvPicPr>
          <p:cNvPr id="7" name="Picture 6">
            <a:extLst>
              <a:ext uri="{FF2B5EF4-FFF2-40B4-BE49-F238E27FC236}">
                <a16:creationId xmlns:a16="http://schemas.microsoft.com/office/drawing/2014/main" id="{64F65A35-1C9B-4F24-A872-DA25BEBCC954}"/>
              </a:ext>
            </a:extLst>
          </p:cNvPr>
          <p:cNvPicPr>
            <a:picLocks noChangeAspect="1"/>
          </p:cNvPicPr>
          <p:nvPr/>
        </p:nvPicPr>
        <p:blipFill>
          <a:blip r:embed="rId3"/>
          <a:stretch>
            <a:fillRect/>
          </a:stretch>
        </p:blipFill>
        <p:spPr>
          <a:xfrm>
            <a:off x="407001" y="1595285"/>
            <a:ext cx="5744076" cy="4590015"/>
          </a:xfrm>
          <a:prstGeom prst="rect">
            <a:avLst/>
          </a:prstGeom>
        </p:spPr>
      </p:pic>
      <p:sp>
        <p:nvSpPr>
          <p:cNvPr id="19" name="TextBox 18">
            <a:extLst>
              <a:ext uri="{FF2B5EF4-FFF2-40B4-BE49-F238E27FC236}">
                <a16:creationId xmlns:a16="http://schemas.microsoft.com/office/drawing/2014/main" id="{01FB761D-AAC0-40D0-8241-B72FCFB297A3}"/>
              </a:ext>
            </a:extLst>
          </p:cNvPr>
          <p:cNvSpPr txBox="1"/>
          <p:nvPr/>
        </p:nvSpPr>
        <p:spPr>
          <a:xfrm>
            <a:off x="6473228" y="1504597"/>
            <a:ext cx="5151422" cy="486287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Garamond" panose="02020404030301010803" pitchFamily="18" charset="0"/>
              </a:rPr>
              <a:t>The implemented SAE methodology relies on approximating as closely as possible the welfare distribution</a:t>
            </a:r>
          </a:p>
          <a:p>
            <a:pPr marL="285750" indent="-285750">
              <a:buFont typeface="Arial" panose="020B0604020202020204" pitchFamily="34" charset="0"/>
              <a:buChar char="•"/>
            </a:pPr>
            <a:r>
              <a:rPr lang="en-US" dirty="0">
                <a:latin typeface="Garamond" panose="02020404030301010803" pitchFamily="18" charset="0"/>
              </a:rPr>
              <a:t>A model that that approximates the welfare distribution poorly may yield a decent estimate for a given poverty line, yet when judged at a different poverty line the method may completely fail</a:t>
            </a:r>
          </a:p>
          <a:p>
            <a:pPr marL="285750" indent="-285750">
              <a:buFont typeface="Arial" panose="020B0604020202020204" pitchFamily="34" charset="0"/>
              <a:buChar char="•"/>
            </a:pPr>
            <a:r>
              <a:rPr lang="en-US" dirty="0">
                <a:latin typeface="Garamond" panose="02020404030301010803" pitchFamily="18" charset="0"/>
              </a:rPr>
              <a:t>You can see this in the figure on the left. </a:t>
            </a:r>
          </a:p>
          <a:p>
            <a:pPr marL="742950" lvl="1" indent="-285750">
              <a:buFont typeface="Arial" panose="020B0604020202020204" pitchFamily="34" charset="0"/>
              <a:buChar char="•"/>
            </a:pPr>
            <a:r>
              <a:rPr lang="en-US" sz="1600" dirty="0">
                <a:latin typeface="Garamond" panose="02020404030301010803" pitchFamily="18" charset="0"/>
              </a:rPr>
              <a:t>A model where the model’s assumptions are imperfectly met may lead to the far-left figure. It will approximate values at certain thresholds but will do a poor job at others.</a:t>
            </a:r>
          </a:p>
          <a:p>
            <a:pPr marL="742950" lvl="1" indent="-285750">
              <a:buFont typeface="Arial" panose="020B0604020202020204" pitchFamily="34" charset="0"/>
              <a:buChar char="•"/>
            </a:pPr>
            <a:r>
              <a:rPr lang="en-US" sz="1600" dirty="0">
                <a:latin typeface="Garamond" panose="02020404030301010803" pitchFamily="18" charset="0"/>
              </a:rPr>
              <a:t>The model with good approximation has values which are adequate for every single area and threshold.</a:t>
            </a:r>
          </a:p>
          <a:p>
            <a:pPr marL="285750" indent="-285750">
              <a:buFont typeface="Arial" panose="020B0604020202020204" pitchFamily="34" charset="0"/>
              <a:buChar char="•"/>
            </a:pPr>
            <a:r>
              <a:rPr lang="en-US" dirty="0">
                <a:latin typeface="Garamond" panose="02020404030301010803" pitchFamily="18" charset="0"/>
              </a:rPr>
              <a:t>New transformations beyond those listed here have been created in </a:t>
            </a:r>
            <a:r>
              <a:rPr lang="en-US" dirty="0" err="1">
                <a:latin typeface="Garamond" panose="02020404030301010803" pitchFamily="18" charset="0"/>
              </a:rPr>
              <a:t>povmap</a:t>
            </a:r>
            <a:r>
              <a:rPr lang="en-US" dirty="0">
                <a:latin typeface="Garamond" panose="02020404030301010803" pitchFamily="18" charset="0"/>
              </a:rPr>
              <a:t> R package to help create normal distributed </a:t>
            </a:r>
            <a:r>
              <a:rPr lang="en-US">
                <a:latin typeface="Garamond" panose="02020404030301010803" pitchFamily="18" charset="0"/>
              </a:rPr>
              <a:t>outcome variable</a:t>
            </a:r>
            <a:endParaRPr lang="en-US" dirty="0">
              <a:latin typeface="Garamond" panose="02020404030301010803" pitchFamily="18" charset="0"/>
            </a:endParaRPr>
          </a:p>
        </p:txBody>
      </p:sp>
      <p:sp>
        <p:nvSpPr>
          <p:cNvPr id="20" name="TextBox 19">
            <a:extLst>
              <a:ext uri="{FF2B5EF4-FFF2-40B4-BE49-F238E27FC236}">
                <a16:creationId xmlns:a16="http://schemas.microsoft.com/office/drawing/2014/main" id="{C83238E9-6A33-4C78-A026-C277A75D3810}"/>
              </a:ext>
            </a:extLst>
          </p:cNvPr>
          <p:cNvSpPr txBox="1"/>
          <p:nvPr/>
        </p:nvSpPr>
        <p:spPr>
          <a:xfrm>
            <a:off x="407001" y="6185300"/>
            <a:ext cx="5744076" cy="461665"/>
          </a:xfrm>
          <a:prstGeom prst="rect">
            <a:avLst/>
          </a:prstGeom>
          <a:noFill/>
        </p:spPr>
        <p:txBody>
          <a:bodyPr wrap="square" rtlCol="0">
            <a:spAutoFit/>
          </a:bodyPr>
          <a:lstStyle/>
          <a:p>
            <a:r>
              <a:rPr lang="en-US" sz="1200" dirty="0">
                <a:latin typeface="Garamond" panose="02020404030301010803" pitchFamily="18" charset="0"/>
              </a:rPr>
              <a:t>The x-axis represents the percentile corresponding to a defined poverty line, the y-axis is the empirical bias. Each line corresponds to an area. See Corral et al. (2022) for details.</a:t>
            </a:r>
          </a:p>
        </p:txBody>
      </p:sp>
    </p:spTree>
    <p:extLst>
      <p:ext uri="{BB962C8B-B14F-4D97-AF65-F5344CB8AC3E}">
        <p14:creationId xmlns:p14="http://schemas.microsoft.com/office/powerpoint/2010/main" val="4255531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800" b="1" dirty="0">
                <a:solidFill>
                  <a:schemeClr val="tx1">
                    <a:lumMod val="90000"/>
                    <a:lumOff val="10000"/>
                  </a:schemeClr>
                </a:solidFill>
                <a:latin typeface="Garamond" panose="02020404030301010803" pitchFamily="18" charset="0"/>
              </a:rPr>
              <a:t>How do EB methods improve upon ELL methods?</a:t>
            </a: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
        <p:nvSpPr>
          <p:cNvPr id="8" name="TextBox 7">
            <a:extLst>
              <a:ext uri="{FF2B5EF4-FFF2-40B4-BE49-F238E27FC236}">
                <a16:creationId xmlns:a16="http://schemas.microsoft.com/office/drawing/2014/main" id="{E4974574-B837-45EB-A7A6-139E6D7B0F0E}"/>
              </a:ext>
            </a:extLst>
          </p:cNvPr>
          <p:cNvSpPr txBox="1"/>
          <p:nvPr/>
        </p:nvSpPr>
        <p:spPr>
          <a:xfrm flipH="1">
            <a:off x="592474" y="6061435"/>
            <a:ext cx="8249868" cy="523220"/>
          </a:xfrm>
          <a:prstGeom prst="rect">
            <a:avLst/>
          </a:prstGeom>
          <a:noFill/>
        </p:spPr>
        <p:txBody>
          <a:bodyPr wrap="square" rtlCol="0">
            <a:spAutoFit/>
          </a:bodyPr>
          <a:lstStyle/>
          <a:p>
            <a:r>
              <a:rPr lang="en-US" sz="1400" dirty="0"/>
              <a:t>ELL and EB results from simulation where headcount poverty estimates are obtained under 99 different poverty lines covering the 99 percentiles of the simulated welfare distribution</a:t>
            </a:r>
          </a:p>
        </p:txBody>
      </p:sp>
      <p:pic>
        <p:nvPicPr>
          <p:cNvPr id="12" name="Picture 11">
            <a:extLst>
              <a:ext uri="{FF2B5EF4-FFF2-40B4-BE49-F238E27FC236}">
                <a16:creationId xmlns:a16="http://schemas.microsoft.com/office/drawing/2014/main" id="{E7D89BD2-B713-4452-A2E5-65F954EDEB1E}"/>
              </a:ext>
            </a:extLst>
          </p:cNvPr>
          <p:cNvPicPr>
            <a:picLocks noChangeAspect="1"/>
          </p:cNvPicPr>
          <p:nvPr/>
        </p:nvPicPr>
        <p:blipFill>
          <a:blip r:embed="rId3"/>
          <a:stretch>
            <a:fillRect/>
          </a:stretch>
        </p:blipFill>
        <p:spPr>
          <a:xfrm>
            <a:off x="0" y="1454048"/>
            <a:ext cx="6132401" cy="4459928"/>
          </a:xfrm>
          <a:prstGeom prst="rect">
            <a:avLst/>
          </a:prstGeom>
        </p:spPr>
      </p:pic>
      <p:pic>
        <p:nvPicPr>
          <p:cNvPr id="18" name="Picture 17">
            <a:extLst>
              <a:ext uri="{FF2B5EF4-FFF2-40B4-BE49-F238E27FC236}">
                <a16:creationId xmlns:a16="http://schemas.microsoft.com/office/drawing/2014/main" id="{62A5F881-4D39-4AB5-A9F8-C702B874D514}"/>
              </a:ext>
            </a:extLst>
          </p:cNvPr>
          <p:cNvPicPr>
            <a:picLocks noChangeAspect="1"/>
          </p:cNvPicPr>
          <p:nvPr/>
        </p:nvPicPr>
        <p:blipFill>
          <a:blip r:embed="rId4"/>
          <a:stretch>
            <a:fillRect/>
          </a:stretch>
        </p:blipFill>
        <p:spPr>
          <a:xfrm>
            <a:off x="6103882" y="1356276"/>
            <a:ext cx="3344946" cy="4459928"/>
          </a:xfrm>
          <a:prstGeom prst="rect">
            <a:avLst/>
          </a:prstGeom>
        </p:spPr>
      </p:pic>
      <p:sp>
        <p:nvSpPr>
          <p:cNvPr id="7" name="TextBox 6">
            <a:extLst>
              <a:ext uri="{FF2B5EF4-FFF2-40B4-BE49-F238E27FC236}">
                <a16:creationId xmlns:a16="http://schemas.microsoft.com/office/drawing/2014/main" id="{C7751F82-DCCE-4E81-94A0-40C8BE303412}"/>
              </a:ext>
            </a:extLst>
          </p:cNvPr>
          <p:cNvSpPr txBox="1"/>
          <p:nvPr/>
        </p:nvSpPr>
        <p:spPr>
          <a:xfrm>
            <a:off x="9448828" y="1308095"/>
            <a:ext cx="2600297" cy="4801314"/>
          </a:xfrm>
          <a:prstGeom prst="rect">
            <a:avLst/>
          </a:prstGeom>
          <a:noFill/>
        </p:spPr>
        <p:txBody>
          <a:bodyPr wrap="square" rtlCol="0">
            <a:spAutoFit/>
          </a:bodyPr>
          <a:lstStyle/>
          <a:p>
            <a:pPr marL="285750" indent="-285750">
              <a:buFont typeface="Arial" panose="020B0604020202020204" pitchFamily="34" charset="0"/>
              <a:buChar char="•"/>
            </a:pPr>
            <a:r>
              <a:rPr lang="en-US" sz="1700" b="1" dirty="0">
                <a:solidFill>
                  <a:schemeClr val="tx1">
                    <a:lumMod val="90000"/>
                    <a:lumOff val="10000"/>
                  </a:schemeClr>
                </a:solidFill>
                <a:latin typeface="Garamond" panose="02020404030301010803" pitchFamily="18" charset="0"/>
              </a:rPr>
              <a:t>EB ensures predictions of the dependent variable at the area level are aligned to the survey </a:t>
            </a:r>
            <a:r>
              <a:rPr lang="en-US" sz="1700" dirty="0">
                <a:solidFill>
                  <a:schemeClr val="tx1">
                    <a:lumMod val="90000"/>
                    <a:lumOff val="10000"/>
                  </a:schemeClr>
                </a:solidFill>
                <a:latin typeface="Garamond" panose="02020404030301010803" pitchFamily="18" charset="0"/>
              </a:rPr>
              <a:t>– best information at hand</a:t>
            </a:r>
          </a:p>
          <a:p>
            <a:pPr marL="285750" indent="-285750">
              <a:buFont typeface="Arial" panose="020B0604020202020204" pitchFamily="34" charset="0"/>
              <a:buChar char="•"/>
            </a:pPr>
            <a:r>
              <a:rPr lang="en-US" sz="1700" dirty="0">
                <a:solidFill>
                  <a:schemeClr val="tx1">
                    <a:lumMod val="90000"/>
                    <a:lumOff val="10000"/>
                  </a:schemeClr>
                </a:solidFill>
                <a:latin typeface="Garamond" panose="02020404030301010803" pitchFamily="18" charset="0"/>
              </a:rPr>
              <a:t>At the national level (left) the ELL model works well and predicts poverty accurately across the welfare distribution</a:t>
            </a:r>
          </a:p>
          <a:p>
            <a:pPr marL="285750" indent="-285750">
              <a:buFont typeface="Arial" panose="020B0604020202020204" pitchFamily="34" charset="0"/>
              <a:buChar char="•"/>
            </a:pPr>
            <a:r>
              <a:rPr lang="en-US" sz="1700" dirty="0">
                <a:solidFill>
                  <a:schemeClr val="tx1">
                    <a:lumMod val="90000"/>
                    <a:lumOff val="10000"/>
                  </a:schemeClr>
                </a:solidFill>
                <a:latin typeface="Garamond" panose="02020404030301010803" pitchFamily="18" charset="0"/>
              </a:rPr>
              <a:t>At the area level, because of the lack of EB, the method is less reliable and predictions for a given area show more bias than EB which leads to larger MSE</a:t>
            </a:r>
          </a:p>
        </p:txBody>
      </p:sp>
    </p:spTree>
    <p:extLst>
      <p:ext uri="{BB962C8B-B14F-4D97-AF65-F5344CB8AC3E}">
        <p14:creationId xmlns:p14="http://schemas.microsoft.com/office/powerpoint/2010/main" val="3141442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000" b="1" dirty="0">
                <a:solidFill>
                  <a:schemeClr val="tx1">
                    <a:lumMod val="90000"/>
                    <a:lumOff val="10000"/>
                  </a:schemeClr>
                </a:solidFill>
                <a:latin typeface="Garamond" panose="02020404030301010803" pitchFamily="18" charset="0"/>
              </a:rPr>
              <a:t>Molina and Rao (2010) through simulations show that EB methods are considerably less noisy than ELL. While Corral, Molina and Nguyen (2020) showed that ELL and the initial EB implementation in PovMap lag Molina and Rao’s EB method in terms of MSE</a:t>
            </a: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pic>
        <p:nvPicPr>
          <p:cNvPr id="9" name="Picture 8">
            <a:extLst>
              <a:ext uri="{FF2B5EF4-FFF2-40B4-BE49-F238E27FC236}">
                <a16:creationId xmlns:a16="http://schemas.microsoft.com/office/drawing/2014/main" id="{1CBDFCD4-FA6C-4311-8265-1CC90A6ED4D9}"/>
              </a:ext>
            </a:extLst>
          </p:cNvPr>
          <p:cNvPicPr>
            <a:picLocks noChangeAspect="1"/>
          </p:cNvPicPr>
          <p:nvPr/>
        </p:nvPicPr>
        <p:blipFill>
          <a:blip r:embed="rId3"/>
          <a:stretch>
            <a:fillRect/>
          </a:stretch>
        </p:blipFill>
        <p:spPr>
          <a:xfrm>
            <a:off x="266364" y="1437791"/>
            <a:ext cx="5753436" cy="4184105"/>
          </a:xfrm>
          <a:prstGeom prst="rect">
            <a:avLst/>
          </a:prstGeom>
        </p:spPr>
      </p:pic>
      <p:sp>
        <p:nvSpPr>
          <p:cNvPr id="10" name="TextBox 9">
            <a:extLst>
              <a:ext uri="{FF2B5EF4-FFF2-40B4-BE49-F238E27FC236}">
                <a16:creationId xmlns:a16="http://schemas.microsoft.com/office/drawing/2014/main" id="{57AA02BC-8872-48FA-8B51-37D887EBD19A}"/>
              </a:ext>
            </a:extLst>
          </p:cNvPr>
          <p:cNvSpPr txBox="1"/>
          <p:nvPr/>
        </p:nvSpPr>
        <p:spPr>
          <a:xfrm>
            <a:off x="189441" y="5987021"/>
            <a:ext cx="9268883"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t>Simulations from Molina and Rao (2010) conducted in Corral, Molina, Nguyen (2021)</a:t>
            </a:r>
          </a:p>
        </p:txBody>
      </p:sp>
      <p:sp>
        <p:nvSpPr>
          <p:cNvPr id="13" name="Arrow: Left 12">
            <a:extLst>
              <a:ext uri="{FF2B5EF4-FFF2-40B4-BE49-F238E27FC236}">
                <a16:creationId xmlns:a16="http://schemas.microsoft.com/office/drawing/2014/main" id="{8B569A2A-2144-468A-AFA7-2B54C9878210}"/>
              </a:ext>
            </a:extLst>
          </p:cNvPr>
          <p:cNvSpPr/>
          <p:nvPr/>
        </p:nvSpPr>
        <p:spPr bwMode="auto">
          <a:xfrm>
            <a:off x="6019800" y="3233393"/>
            <a:ext cx="1672472" cy="1451728"/>
          </a:xfrm>
          <a:prstGeom prst="leftArrow">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r>
              <a:rPr kumimoji="0" lang="en-US" sz="1300" b="0" i="0" u="none" strike="noStrike" cap="none" normalizeH="0" baseline="0" dirty="0">
                <a:ln>
                  <a:noFill/>
                </a:ln>
                <a:solidFill>
                  <a:schemeClr val="tx1"/>
                </a:solidFill>
                <a:effectLst/>
                <a:latin typeface="Trebuchet MS" pitchFamily="34" charset="0"/>
                <a:cs typeface="Times New Roman" pitchFamily="18" charset="0"/>
              </a:rPr>
              <a:t>Molina and Rao’s (2010) EB methods</a:t>
            </a:r>
          </a:p>
        </p:txBody>
      </p:sp>
      <p:sp>
        <p:nvSpPr>
          <p:cNvPr id="14" name="Arrow: Left 13">
            <a:extLst>
              <a:ext uri="{FF2B5EF4-FFF2-40B4-BE49-F238E27FC236}">
                <a16:creationId xmlns:a16="http://schemas.microsoft.com/office/drawing/2014/main" id="{39447989-27E4-4BF3-ABDD-998ACB6B7DC7}"/>
              </a:ext>
            </a:extLst>
          </p:cNvPr>
          <p:cNvSpPr/>
          <p:nvPr/>
        </p:nvSpPr>
        <p:spPr bwMode="auto">
          <a:xfrm>
            <a:off x="6019800" y="1781665"/>
            <a:ext cx="1672472" cy="1451728"/>
          </a:xfrm>
          <a:prstGeom prst="leftArrow">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r>
              <a:rPr kumimoji="0" lang="en-US" sz="1300" b="0" i="0" u="none" strike="noStrike" cap="none" normalizeH="0" baseline="0" dirty="0">
                <a:ln>
                  <a:noFill/>
                </a:ln>
                <a:solidFill>
                  <a:schemeClr val="tx1"/>
                </a:solidFill>
                <a:effectLst/>
                <a:latin typeface="Trebuchet MS" pitchFamily="34" charset="0"/>
                <a:cs typeface="Times New Roman" pitchFamily="18" charset="0"/>
              </a:rPr>
              <a:t>ELL and EB implemented in PovMap</a:t>
            </a:r>
          </a:p>
        </p:txBody>
      </p:sp>
      <p:sp>
        <p:nvSpPr>
          <p:cNvPr id="15" name="TextBox 14">
            <a:extLst>
              <a:ext uri="{FF2B5EF4-FFF2-40B4-BE49-F238E27FC236}">
                <a16:creationId xmlns:a16="http://schemas.microsoft.com/office/drawing/2014/main" id="{C554C862-3113-4AB1-BF1A-DA3BD6C4A3A4}"/>
              </a:ext>
            </a:extLst>
          </p:cNvPr>
          <p:cNvSpPr txBox="1"/>
          <p:nvPr/>
        </p:nvSpPr>
        <p:spPr>
          <a:xfrm>
            <a:off x="8201320" y="1640264"/>
            <a:ext cx="3557299" cy="3631763"/>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Garamond" panose="02020404030301010803" pitchFamily="18" charset="0"/>
              </a:rPr>
              <a:t>ELL’s MC implementation in PovMap was inspired on the multiple imputation (MI) literature</a:t>
            </a:r>
          </a:p>
          <a:p>
            <a:pPr marL="742950" lvl="1" indent="-285750">
              <a:buFont typeface="Arial" panose="020B0604020202020204" pitchFamily="34" charset="0"/>
              <a:buChar char="•"/>
            </a:pPr>
            <a:r>
              <a:rPr lang="en-US" sz="1600" dirty="0">
                <a:latin typeface="Garamond" panose="02020404030301010803" pitchFamily="18" charset="0"/>
              </a:rPr>
              <a:t>The goal in MI is </a:t>
            </a:r>
            <a:r>
              <a:rPr lang="en-US" sz="1600" b="1" dirty="0">
                <a:solidFill>
                  <a:srgbClr val="FF0000"/>
                </a:solidFill>
                <a:latin typeface="Garamond" panose="02020404030301010803" pitchFamily="18" charset="0"/>
              </a:rPr>
              <a:t>not</a:t>
            </a:r>
            <a:r>
              <a:rPr lang="en-US" sz="1600" dirty="0">
                <a:latin typeface="Garamond" panose="02020404030301010803" pitchFamily="18" charset="0"/>
              </a:rPr>
              <a:t> to minimize the MSE</a:t>
            </a:r>
          </a:p>
          <a:p>
            <a:pPr marL="285750" indent="-285750">
              <a:buFont typeface="Arial" panose="020B0604020202020204" pitchFamily="34" charset="0"/>
              <a:buChar char="•"/>
            </a:pPr>
            <a:r>
              <a:rPr lang="en-US" dirty="0">
                <a:latin typeface="Garamond" panose="02020404030301010803" pitchFamily="18" charset="0"/>
              </a:rPr>
              <a:t>When EB was implemented in PovMap a similar MI approach was attempted</a:t>
            </a:r>
          </a:p>
          <a:p>
            <a:pPr marL="742950" lvl="1" indent="-285750">
              <a:buFont typeface="Arial" panose="020B0604020202020204" pitchFamily="34" charset="0"/>
              <a:buChar char="•"/>
            </a:pPr>
            <a:r>
              <a:rPr lang="en-US" dirty="0">
                <a:latin typeface="Garamond" panose="02020404030301010803" pitchFamily="18" charset="0"/>
              </a:rPr>
              <a:t>This led to noisy and biased EB estimates</a:t>
            </a:r>
          </a:p>
          <a:p>
            <a:pPr marL="742950" lvl="1" indent="-285750">
              <a:buFont typeface="Arial" panose="020B0604020202020204" pitchFamily="34" charset="0"/>
              <a:buChar char="•"/>
            </a:pPr>
            <a:r>
              <a:rPr lang="en-US" dirty="0">
                <a:latin typeface="Garamond" panose="02020404030301010803" pitchFamily="18" charset="0"/>
              </a:rPr>
              <a:t>This is documented and corrected in Corral, Molina, and Nguyen (2021)</a:t>
            </a:r>
          </a:p>
        </p:txBody>
      </p:sp>
    </p:spTree>
    <p:extLst>
      <p:ext uri="{BB962C8B-B14F-4D97-AF65-F5344CB8AC3E}">
        <p14:creationId xmlns:p14="http://schemas.microsoft.com/office/powerpoint/2010/main" val="2696621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600" b="1" dirty="0">
                <a:solidFill>
                  <a:schemeClr val="tx1">
                    <a:lumMod val="90000"/>
                    <a:lumOff val="10000"/>
                  </a:schemeClr>
                </a:solidFill>
                <a:latin typeface="Garamond" panose="02020404030301010803" pitchFamily="18" charset="0"/>
              </a:rPr>
              <a:t>What about machine learning approaches? A validation with real world data...</a:t>
            </a: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
        <p:nvSpPr>
          <p:cNvPr id="10" name="TextBox 9">
            <a:extLst>
              <a:ext uri="{FF2B5EF4-FFF2-40B4-BE49-F238E27FC236}">
                <a16:creationId xmlns:a16="http://schemas.microsoft.com/office/drawing/2014/main" id="{73C327BD-8618-4F40-8DBF-0512F17EE438}"/>
              </a:ext>
            </a:extLst>
          </p:cNvPr>
          <p:cNvSpPr txBox="1"/>
          <p:nvPr/>
        </p:nvSpPr>
        <p:spPr>
          <a:xfrm>
            <a:off x="903816" y="1574559"/>
            <a:ext cx="4193939" cy="369332"/>
          </a:xfrm>
          <a:prstGeom prst="rect">
            <a:avLst/>
          </a:prstGeom>
          <a:noFill/>
        </p:spPr>
        <p:txBody>
          <a:bodyPr wrap="square" rtlCol="0">
            <a:spAutoFit/>
          </a:bodyPr>
          <a:lstStyle/>
          <a:p>
            <a:r>
              <a:rPr lang="en-US" dirty="0"/>
              <a:t>FGT0 Bias (</a:t>
            </a:r>
            <a:r>
              <a:rPr lang="en-US" dirty="0" err="1"/>
              <a:t>mun</a:t>
            </a:r>
            <a:r>
              <a:rPr lang="en-US" dirty="0"/>
              <a:t>. level for 1,865 </a:t>
            </a:r>
            <a:r>
              <a:rPr lang="en-US" dirty="0" err="1"/>
              <a:t>mun</a:t>
            </a:r>
            <a:r>
              <a:rPr lang="en-US" dirty="0"/>
              <a:t>.)</a:t>
            </a:r>
          </a:p>
        </p:txBody>
      </p:sp>
      <p:sp>
        <p:nvSpPr>
          <p:cNvPr id="11" name="Oval 10">
            <a:extLst>
              <a:ext uri="{FF2B5EF4-FFF2-40B4-BE49-F238E27FC236}">
                <a16:creationId xmlns:a16="http://schemas.microsoft.com/office/drawing/2014/main" id="{0A68DFB6-6CBB-4364-A059-D2C87049825F}"/>
              </a:ext>
            </a:extLst>
          </p:cNvPr>
          <p:cNvSpPr/>
          <p:nvPr/>
        </p:nvSpPr>
        <p:spPr bwMode="auto">
          <a:xfrm>
            <a:off x="903817" y="3922391"/>
            <a:ext cx="4733585" cy="1698233"/>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US" sz="1300" b="0" i="0" u="none" strike="noStrike" cap="none" normalizeH="0" baseline="0">
              <a:ln>
                <a:noFill/>
              </a:ln>
              <a:solidFill>
                <a:schemeClr val="tx1"/>
              </a:solidFill>
              <a:effectLst/>
              <a:latin typeface="Trebuchet MS" pitchFamily="34" charset="0"/>
              <a:cs typeface="Times New Roman" pitchFamily="18" charset="0"/>
            </a:endParaRPr>
          </a:p>
        </p:txBody>
      </p:sp>
      <p:pic>
        <p:nvPicPr>
          <p:cNvPr id="1026" name="x_Picture 1">
            <a:extLst>
              <a:ext uri="{FF2B5EF4-FFF2-40B4-BE49-F238E27FC236}">
                <a16:creationId xmlns:a16="http://schemas.microsoft.com/office/drawing/2014/main" id="{FFAB7B0C-FF98-4083-89F8-2B6ECDD8FA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85" y="1909973"/>
            <a:ext cx="5943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5A06DB7D-9C3E-453C-AEDB-370FD7851402}"/>
              </a:ext>
            </a:extLst>
          </p:cNvPr>
          <p:cNvSpPr txBox="1"/>
          <p:nvPr/>
        </p:nvSpPr>
        <p:spPr>
          <a:xfrm>
            <a:off x="553353" y="6104567"/>
            <a:ext cx="8699383" cy="646331"/>
          </a:xfrm>
          <a:prstGeom prst="rect">
            <a:avLst/>
          </a:prstGeom>
          <a:noFill/>
        </p:spPr>
        <p:txBody>
          <a:bodyPr wrap="square" rtlCol="0">
            <a:spAutoFit/>
          </a:bodyPr>
          <a:lstStyle/>
          <a:p>
            <a:r>
              <a:rPr lang="en-US" i="1" dirty="0"/>
              <a:t>Mexican intra-</a:t>
            </a:r>
            <a:r>
              <a:rPr lang="en-US" i="1" dirty="0" err="1"/>
              <a:t>censal</a:t>
            </a:r>
            <a:r>
              <a:rPr lang="en-US" i="1" dirty="0"/>
              <a:t> survey used as a census for design-based simulation based on 500 samples.</a:t>
            </a:r>
          </a:p>
        </p:txBody>
      </p:sp>
      <p:sp>
        <p:nvSpPr>
          <p:cNvPr id="4" name="Rectangle: Rounded Corners 3">
            <a:extLst>
              <a:ext uri="{FF2B5EF4-FFF2-40B4-BE49-F238E27FC236}">
                <a16:creationId xmlns:a16="http://schemas.microsoft.com/office/drawing/2014/main" id="{FF1189EC-04B0-4C51-AC2A-904E8987CAE3}"/>
              </a:ext>
            </a:extLst>
          </p:cNvPr>
          <p:cNvSpPr/>
          <p:nvPr/>
        </p:nvSpPr>
        <p:spPr bwMode="auto">
          <a:xfrm>
            <a:off x="226423" y="3922391"/>
            <a:ext cx="5919632" cy="1665601"/>
          </a:xfrm>
          <a:prstGeom prst="round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US"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7" name="TextBox 6">
            <a:extLst>
              <a:ext uri="{FF2B5EF4-FFF2-40B4-BE49-F238E27FC236}">
                <a16:creationId xmlns:a16="http://schemas.microsoft.com/office/drawing/2014/main" id="{0B278812-C0B7-405F-B007-D45BEE0AE96B}"/>
              </a:ext>
            </a:extLst>
          </p:cNvPr>
          <p:cNvSpPr txBox="1"/>
          <p:nvPr/>
        </p:nvSpPr>
        <p:spPr>
          <a:xfrm>
            <a:off x="6853524" y="1580252"/>
            <a:ext cx="4798423" cy="4708981"/>
          </a:xfrm>
          <a:prstGeom prst="rect">
            <a:avLst/>
          </a:prstGeom>
          <a:noFill/>
        </p:spPr>
        <p:txBody>
          <a:bodyPr wrap="square" rtlCol="0">
            <a:spAutoFit/>
          </a:bodyPr>
          <a:lstStyle/>
          <a:p>
            <a:pPr marL="285750" indent="-285750">
              <a:buFont typeface="Arial" panose="020B0604020202020204" pitchFamily="34" charset="0"/>
              <a:buChar char="•"/>
            </a:pPr>
            <a:r>
              <a:rPr lang="en-US" sz="2000" i="1" dirty="0">
                <a:solidFill>
                  <a:schemeClr val="tx1">
                    <a:lumMod val="90000"/>
                    <a:lumOff val="10000"/>
                  </a:schemeClr>
                </a:solidFill>
                <a:latin typeface="Garamond" panose="02020404030301010803" pitchFamily="18" charset="0"/>
              </a:rPr>
              <a:t>Still work in progress… my colleagues have several working papers coming soon!</a:t>
            </a:r>
          </a:p>
          <a:p>
            <a:pPr marL="285750" indent="-285750">
              <a:buFont typeface="Arial" panose="020B0604020202020204" pitchFamily="34" charset="0"/>
              <a:buChar char="•"/>
            </a:pPr>
            <a:r>
              <a:rPr lang="en-US" sz="2000" dirty="0">
                <a:solidFill>
                  <a:schemeClr val="tx1">
                    <a:lumMod val="90000"/>
                    <a:lumOff val="10000"/>
                  </a:schemeClr>
                </a:solidFill>
                <a:latin typeface="Garamond" panose="02020404030301010803" pitchFamily="18" charset="0"/>
              </a:rPr>
              <a:t>All methods rely on census household and/or area aggregate covariates, unless stated otherwise</a:t>
            </a:r>
          </a:p>
          <a:p>
            <a:pPr marL="285750" indent="-285750">
              <a:buFont typeface="Arial" panose="020B0604020202020204" pitchFamily="34" charset="0"/>
              <a:buChar char="•"/>
            </a:pPr>
            <a:r>
              <a:rPr lang="en-US" sz="2000" dirty="0">
                <a:solidFill>
                  <a:schemeClr val="tx1">
                    <a:lumMod val="90000"/>
                    <a:lumOff val="10000"/>
                  </a:schemeClr>
                </a:solidFill>
                <a:latin typeface="Garamond" panose="02020404030301010803" pitchFamily="18" charset="0"/>
              </a:rPr>
              <a:t>Notice the bias of the different methods</a:t>
            </a:r>
          </a:p>
          <a:p>
            <a:pPr marL="742950" lvl="1" indent="-285750">
              <a:buFont typeface="Arial" panose="020B0604020202020204" pitchFamily="34" charset="0"/>
              <a:buChar char="•"/>
            </a:pPr>
            <a:r>
              <a:rPr lang="en-US" sz="2000" dirty="0">
                <a:solidFill>
                  <a:schemeClr val="tx1">
                    <a:lumMod val="90000"/>
                    <a:lumOff val="10000"/>
                  </a:schemeClr>
                </a:solidFill>
                <a:latin typeface="Garamond" panose="02020404030301010803" pitchFamily="18" charset="0"/>
              </a:rPr>
              <a:t>Direct estimates are the least biased</a:t>
            </a:r>
          </a:p>
          <a:p>
            <a:pPr marL="742950" lvl="1" indent="-285750">
              <a:buFont typeface="Arial" panose="020B0604020202020204" pitchFamily="34" charset="0"/>
              <a:buChar char="•"/>
            </a:pPr>
            <a:r>
              <a:rPr lang="en-US" sz="2000" dirty="0">
                <a:solidFill>
                  <a:schemeClr val="tx1">
                    <a:lumMod val="90000"/>
                    <a:lumOff val="10000"/>
                  </a:schemeClr>
                </a:solidFill>
                <a:latin typeface="Garamond" panose="02020404030301010803" pitchFamily="18" charset="0"/>
              </a:rPr>
              <a:t>Notice how the box-plot for unit context models, those that model household level welfare using only area level covariates, is downward biased</a:t>
            </a:r>
          </a:p>
          <a:p>
            <a:pPr marL="742950" lvl="1" indent="-285750">
              <a:buFont typeface="Arial" panose="020B0604020202020204" pitchFamily="34" charset="0"/>
              <a:buChar char="•"/>
            </a:pPr>
            <a:r>
              <a:rPr lang="en-US" sz="2000" dirty="0" err="1">
                <a:solidFill>
                  <a:schemeClr val="tx1">
                    <a:lumMod val="90000"/>
                    <a:lumOff val="10000"/>
                  </a:schemeClr>
                </a:solidFill>
                <a:latin typeface="Garamond" panose="02020404030301010803" pitchFamily="18" charset="0"/>
              </a:rPr>
              <a:t>XGboost</a:t>
            </a:r>
            <a:r>
              <a:rPr lang="en-US" sz="2000" dirty="0">
                <a:solidFill>
                  <a:schemeClr val="tx1">
                    <a:lumMod val="90000"/>
                    <a:lumOff val="10000"/>
                  </a:schemeClr>
                </a:solidFill>
                <a:latin typeface="Garamond" panose="02020404030301010803" pitchFamily="18" charset="0"/>
              </a:rPr>
              <a:t> yields good results. In some cases as good as </a:t>
            </a:r>
            <a:r>
              <a:rPr lang="en-US" sz="2000" dirty="0" err="1">
                <a:solidFill>
                  <a:schemeClr val="tx1">
                    <a:lumMod val="90000"/>
                    <a:lumOff val="10000"/>
                  </a:schemeClr>
                </a:solidFill>
                <a:latin typeface="Garamond" panose="02020404030301010803" pitchFamily="18" charset="0"/>
              </a:rPr>
              <a:t>censusEB</a:t>
            </a:r>
            <a:endParaRPr lang="en-US" sz="2000" dirty="0">
              <a:solidFill>
                <a:schemeClr val="tx1">
                  <a:lumMod val="90000"/>
                  <a:lumOff val="10000"/>
                </a:schemeClr>
              </a:solidFill>
              <a:latin typeface="Garamond" panose="02020404030301010803" pitchFamily="18" charset="0"/>
            </a:endParaRPr>
          </a:p>
          <a:p>
            <a:pPr marL="742950" lvl="1" indent="-285750">
              <a:buFont typeface="Arial" panose="020B0604020202020204" pitchFamily="34" charset="0"/>
              <a:buChar char="•"/>
            </a:pPr>
            <a:r>
              <a:rPr lang="en-US" sz="2000" dirty="0">
                <a:solidFill>
                  <a:schemeClr val="tx1">
                    <a:lumMod val="90000"/>
                    <a:lumOff val="10000"/>
                  </a:schemeClr>
                </a:solidFill>
                <a:latin typeface="Garamond" panose="02020404030301010803" pitchFamily="18" charset="0"/>
              </a:rPr>
              <a:t>Results for </a:t>
            </a:r>
            <a:r>
              <a:rPr lang="en-US" sz="2000" dirty="0" err="1">
                <a:solidFill>
                  <a:schemeClr val="tx1">
                    <a:lumMod val="90000"/>
                    <a:lumOff val="10000"/>
                  </a:schemeClr>
                </a:solidFill>
                <a:latin typeface="Garamond" panose="02020404030301010803" pitchFamily="18" charset="0"/>
              </a:rPr>
              <a:t>XGboost</a:t>
            </a:r>
            <a:r>
              <a:rPr lang="en-US" sz="2000" dirty="0">
                <a:solidFill>
                  <a:schemeClr val="tx1">
                    <a:lumMod val="90000"/>
                    <a:lumOff val="10000"/>
                  </a:schemeClr>
                </a:solidFill>
                <a:latin typeface="Garamond" panose="02020404030301010803" pitchFamily="18" charset="0"/>
              </a:rPr>
              <a:t> from models using just GIS covariates are less stellar</a:t>
            </a:r>
          </a:p>
        </p:txBody>
      </p:sp>
    </p:spTree>
    <p:extLst>
      <p:ext uri="{BB962C8B-B14F-4D97-AF65-F5344CB8AC3E}">
        <p14:creationId xmlns:p14="http://schemas.microsoft.com/office/powerpoint/2010/main" val="555678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600" b="1" dirty="0">
                <a:solidFill>
                  <a:schemeClr val="tx1">
                    <a:lumMod val="90000"/>
                    <a:lumOff val="10000"/>
                  </a:schemeClr>
                </a:solidFill>
                <a:latin typeface="Garamond" panose="02020404030301010803" pitchFamily="18" charset="0"/>
              </a:rPr>
              <a:t>What about machine learning approaches? A validation with real world data...</a:t>
            </a: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
        <p:nvSpPr>
          <p:cNvPr id="21" name="TextBox 20">
            <a:extLst>
              <a:ext uri="{FF2B5EF4-FFF2-40B4-BE49-F238E27FC236}">
                <a16:creationId xmlns:a16="http://schemas.microsoft.com/office/drawing/2014/main" id="{564AAB11-17C9-4CDA-B5D6-0F6D1760E9F1}"/>
              </a:ext>
            </a:extLst>
          </p:cNvPr>
          <p:cNvSpPr txBox="1"/>
          <p:nvPr/>
        </p:nvSpPr>
        <p:spPr>
          <a:xfrm>
            <a:off x="7164823" y="1513678"/>
            <a:ext cx="3686648" cy="369332"/>
          </a:xfrm>
          <a:prstGeom prst="rect">
            <a:avLst/>
          </a:prstGeom>
          <a:noFill/>
        </p:spPr>
        <p:txBody>
          <a:bodyPr wrap="square" rtlCol="0">
            <a:spAutoFit/>
          </a:bodyPr>
          <a:lstStyle/>
          <a:p>
            <a:r>
              <a:rPr lang="en-US" dirty="0"/>
              <a:t>MSE (</a:t>
            </a:r>
            <a:r>
              <a:rPr lang="en-US" dirty="0" err="1"/>
              <a:t>mun</a:t>
            </a:r>
            <a:r>
              <a:rPr lang="en-US" dirty="0"/>
              <a:t>. level for 1,865 </a:t>
            </a:r>
            <a:r>
              <a:rPr lang="en-US" dirty="0" err="1"/>
              <a:t>mun</a:t>
            </a:r>
            <a:r>
              <a:rPr lang="en-US" dirty="0"/>
              <a:t>.)</a:t>
            </a:r>
          </a:p>
        </p:txBody>
      </p:sp>
      <p:pic>
        <p:nvPicPr>
          <p:cNvPr id="1027" name="x_Picture 2">
            <a:extLst>
              <a:ext uri="{FF2B5EF4-FFF2-40B4-BE49-F238E27FC236}">
                <a16:creationId xmlns:a16="http://schemas.microsoft.com/office/drawing/2014/main" id="{202EFEDD-684C-48D8-A61D-CDD0E5CDE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0872" y="1833773"/>
            <a:ext cx="604837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5A06DB7D-9C3E-453C-AEDB-370FD7851402}"/>
              </a:ext>
            </a:extLst>
          </p:cNvPr>
          <p:cNvSpPr txBox="1"/>
          <p:nvPr/>
        </p:nvSpPr>
        <p:spPr>
          <a:xfrm>
            <a:off x="553353" y="6104567"/>
            <a:ext cx="8699383" cy="646331"/>
          </a:xfrm>
          <a:prstGeom prst="rect">
            <a:avLst/>
          </a:prstGeom>
          <a:noFill/>
        </p:spPr>
        <p:txBody>
          <a:bodyPr wrap="square" rtlCol="0">
            <a:spAutoFit/>
          </a:bodyPr>
          <a:lstStyle/>
          <a:p>
            <a:r>
              <a:rPr lang="en-US" i="1" dirty="0"/>
              <a:t>Mexican intra-</a:t>
            </a:r>
            <a:r>
              <a:rPr lang="en-US" i="1" dirty="0" err="1"/>
              <a:t>censal</a:t>
            </a:r>
            <a:r>
              <a:rPr lang="en-US" i="1" dirty="0"/>
              <a:t> survey used as a census for design-based simulation based on 500 samples.</a:t>
            </a:r>
          </a:p>
        </p:txBody>
      </p:sp>
      <p:sp>
        <p:nvSpPr>
          <p:cNvPr id="17" name="Rectangle: Rounded Corners 16">
            <a:extLst>
              <a:ext uri="{FF2B5EF4-FFF2-40B4-BE49-F238E27FC236}">
                <a16:creationId xmlns:a16="http://schemas.microsoft.com/office/drawing/2014/main" id="{7345464A-9F12-4617-8FC5-625496F8CBC7}"/>
              </a:ext>
            </a:extLst>
          </p:cNvPr>
          <p:cNvSpPr/>
          <p:nvPr/>
        </p:nvSpPr>
        <p:spPr bwMode="auto">
          <a:xfrm>
            <a:off x="6048331" y="3909724"/>
            <a:ext cx="5919632" cy="1665601"/>
          </a:xfrm>
          <a:prstGeom prst="round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US"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12" name="TextBox 11">
            <a:extLst>
              <a:ext uri="{FF2B5EF4-FFF2-40B4-BE49-F238E27FC236}">
                <a16:creationId xmlns:a16="http://schemas.microsoft.com/office/drawing/2014/main" id="{AEC6759D-CE31-4129-BF22-CA8A8429C40D}"/>
              </a:ext>
            </a:extLst>
          </p:cNvPr>
          <p:cNvSpPr txBox="1"/>
          <p:nvPr/>
        </p:nvSpPr>
        <p:spPr>
          <a:xfrm>
            <a:off x="553353" y="1513678"/>
            <a:ext cx="4798423" cy="4093428"/>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tx1">
                    <a:lumMod val="90000"/>
                    <a:lumOff val="10000"/>
                  </a:schemeClr>
                </a:solidFill>
                <a:latin typeface="Garamond" panose="02020404030301010803" pitchFamily="18" charset="0"/>
              </a:rPr>
              <a:t>Notice the MSE of the different methods</a:t>
            </a:r>
          </a:p>
          <a:p>
            <a:pPr marL="742950" lvl="1" indent="-285750">
              <a:buFont typeface="Arial" panose="020B0604020202020204" pitchFamily="34" charset="0"/>
              <a:buChar char="•"/>
            </a:pPr>
            <a:r>
              <a:rPr lang="en-US" sz="2000" dirty="0">
                <a:solidFill>
                  <a:schemeClr val="tx1">
                    <a:lumMod val="90000"/>
                    <a:lumOff val="10000"/>
                  </a:schemeClr>
                </a:solidFill>
                <a:latin typeface="Garamond" panose="02020404030301010803" pitchFamily="18" charset="0"/>
              </a:rPr>
              <a:t>Direct estimates are the least biased, but noisiest</a:t>
            </a:r>
          </a:p>
          <a:p>
            <a:pPr marL="742950" lvl="1" indent="-285750">
              <a:buFont typeface="Arial" panose="020B0604020202020204" pitchFamily="34" charset="0"/>
              <a:buChar char="•"/>
            </a:pPr>
            <a:r>
              <a:rPr lang="en-US" sz="2000" dirty="0" err="1">
                <a:solidFill>
                  <a:schemeClr val="tx1">
                    <a:lumMod val="90000"/>
                    <a:lumOff val="10000"/>
                  </a:schemeClr>
                </a:solidFill>
                <a:latin typeface="Garamond" panose="02020404030301010803" pitchFamily="18" charset="0"/>
              </a:rPr>
              <a:t>XGboost</a:t>
            </a:r>
            <a:r>
              <a:rPr lang="en-US" sz="2000" dirty="0">
                <a:solidFill>
                  <a:schemeClr val="tx1">
                    <a:lumMod val="90000"/>
                    <a:lumOff val="10000"/>
                  </a:schemeClr>
                </a:solidFill>
                <a:latin typeface="Garamond" panose="02020404030301010803" pitchFamily="18" charset="0"/>
              </a:rPr>
              <a:t> fit at the municipal level with just GIS covariates is the second noisiest</a:t>
            </a:r>
          </a:p>
          <a:p>
            <a:pPr marL="742950" lvl="1" indent="-285750">
              <a:buFont typeface="Arial" panose="020B0604020202020204" pitchFamily="34" charset="0"/>
              <a:buChar char="•"/>
            </a:pPr>
            <a:r>
              <a:rPr lang="en-US" sz="2000" dirty="0" err="1">
                <a:solidFill>
                  <a:schemeClr val="tx1">
                    <a:lumMod val="90000"/>
                    <a:lumOff val="10000"/>
                  </a:schemeClr>
                </a:solidFill>
                <a:latin typeface="Garamond" panose="02020404030301010803" pitchFamily="18" charset="0"/>
              </a:rPr>
              <a:t>CensusEB</a:t>
            </a:r>
            <a:r>
              <a:rPr lang="en-US" sz="2000" dirty="0">
                <a:solidFill>
                  <a:schemeClr val="tx1">
                    <a:lumMod val="90000"/>
                    <a:lumOff val="10000"/>
                  </a:schemeClr>
                </a:solidFill>
                <a:latin typeface="Garamond" panose="02020404030301010803" pitchFamily="18" charset="0"/>
              </a:rPr>
              <a:t>, as expected, shows the smallest MSE, followed very closely by </a:t>
            </a:r>
            <a:r>
              <a:rPr lang="en-US" sz="2000" dirty="0" err="1">
                <a:solidFill>
                  <a:schemeClr val="tx1">
                    <a:lumMod val="90000"/>
                    <a:lumOff val="10000"/>
                  </a:schemeClr>
                </a:solidFill>
                <a:latin typeface="Garamond" panose="02020404030301010803" pitchFamily="18" charset="0"/>
              </a:rPr>
              <a:t>XGboost</a:t>
            </a:r>
            <a:r>
              <a:rPr lang="en-US" sz="2000" dirty="0">
                <a:solidFill>
                  <a:schemeClr val="tx1">
                    <a:lumMod val="90000"/>
                    <a:lumOff val="10000"/>
                  </a:schemeClr>
                </a:solidFill>
                <a:latin typeface="Garamond" panose="02020404030301010803" pitchFamily="18" charset="0"/>
              </a:rPr>
              <a:t> fit at the PSU level with just census aggregates</a:t>
            </a:r>
          </a:p>
          <a:p>
            <a:pPr marL="742950" lvl="1" indent="-285750">
              <a:buFont typeface="Arial" panose="020B0604020202020204" pitchFamily="34" charset="0"/>
              <a:buChar char="•"/>
            </a:pPr>
            <a:r>
              <a:rPr lang="en-US" sz="2000" dirty="0" err="1">
                <a:solidFill>
                  <a:schemeClr val="tx1">
                    <a:lumMod val="90000"/>
                    <a:lumOff val="10000"/>
                  </a:schemeClr>
                </a:solidFill>
                <a:latin typeface="Garamond" panose="02020404030301010803" pitchFamily="18" charset="0"/>
              </a:rPr>
              <a:t>XGboost</a:t>
            </a:r>
            <a:r>
              <a:rPr lang="en-US" sz="2000" dirty="0">
                <a:solidFill>
                  <a:schemeClr val="tx1">
                    <a:lumMod val="90000"/>
                    <a:lumOff val="10000"/>
                  </a:schemeClr>
                </a:solidFill>
                <a:latin typeface="Garamond" panose="02020404030301010803" pitchFamily="18" charset="0"/>
              </a:rPr>
              <a:t> in this scenario outperforms unit-context models as those presented by (Masaki et al. 2020)</a:t>
            </a:r>
          </a:p>
        </p:txBody>
      </p:sp>
    </p:spTree>
    <p:extLst>
      <p:ext uri="{BB962C8B-B14F-4D97-AF65-F5344CB8AC3E}">
        <p14:creationId xmlns:p14="http://schemas.microsoft.com/office/powerpoint/2010/main" val="3833328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600" b="1" dirty="0">
                <a:solidFill>
                  <a:schemeClr val="tx1">
                    <a:lumMod val="90000"/>
                    <a:lumOff val="10000"/>
                  </a:schemeClr>
                </a:solidFill>
                <a:latin typeface="Garamond" panose="02020404030301010803" pitchFamily="18" charset="0"/>
              </a:rPr>
              <a:t>The bias and MSE are worse among poorer municipalities which may have considerable consequences for targeting </a:t>
            </a: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
        <p:nvSpPr>
          <p:cNvPr id="9" name="TextBox 8">
            <a:extLst>
              <a:ext uri="{FF2B5EF4-FFF2-40B4-BE49-F238E27FC236}">
                <a16:creationId xmlns:a16="http://schemas.microsoft.com/office/drawing/2014/main" id="{5A06DB7D-9C3E-453C-AEDB-370FD7851402}"/>
              </a:ext>
            </a:extLst>
          </p:cNvPr>
          <p:cNvSpPr txBox="1"/>
          <p:nvPr/>
        </p:nvSpPr>
        <p:spPr>
          <a:xfrm>
            <a:off x="553353" y="6104567"/>
            <a:ext cx="8699383" cy="646331"/>
          </a:xfrm>
          <a:prstGeom prst="rect">
            <a:avLst/>
          </a:prstGeom>
          <a:noFill/>
        </p:spPr>
        <p:txBody>
          <a:bodyPr wrap="square" rtlCol="0">
            <a:spAutoFit/>
          </a:bodyPr>
          <a:lstStyle/>
          <a:p>
            <a:r>
              <a:rPr lang="en-US" i="1" dirty="0"/>
              <a:t>Mexican intra-</a:t>
            </a:r>
            <a:r>
              <a:rPr lang="en-US" i="1" dirty="0" err="1"/>
              <a:t>censal</a:t>
            </a:r>
            <a:r>
              <a:rPr lang="en-US" i="1" dirty="0"/>
              <a:t> survey used as a census for design-based simulation based on 500 samples.</a:t>
            </a:r>
          </a:p>
        </p:txBody>
      </p:sp>
      <p:pic>
        <p:nvPicPr>
          <p:cNvPr id="7" name="Picture 6">
            <a:extLst>
              <a:ext uri="{FF2B5EF4-FFF2-40B4-BE49-F238E27FC236}">
                <a16:creationId xmlns:a16="http://schemas.microsoft.com/office/drawing/2014/main" id="{C7A9BEBC-9E1C-42D0-B7E1-0CDA8026E9E0}"/>
              </a:ext>
            </a:extLst>
          </p:cNvPr>
          <p:cNvPicPr>
            <a:picLocks noChangeAspect="1"/>
          </p:cNvPicPr>
          <p:nvPr/>
        </p:nvPicPr>
        <p:blipFill>
          <a:blip r:embed="rId3"/>
          <a:stretch>
            <a:fillRect/>
          </a:stretch>
        </p:blipFill>
        <p:spPr>
          <a:xfrm>
            <a:off x="1767574" y="1327287"/>
            <a:ext cx="8699383" cy="4893403"/>
          </a:xfrm>
          <a:prstGeom prst="rect">
            <a:avLst/>
          </a:prstGeom>
        </p:spPr>
      </p:pic>
    </p:spTree>
    <p:extLst>
      <p:ext uri="{BB962C8B-B14F-4D97-AF65-F5344CB8AC3E}">
        <p14:creationId xmlns:p14="http://schemas.microsoft.com/office/powerpoint/2010/main" val="212187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600" b="1" dirty="0">
                <a:solidFill>
                  <a:schemeClr val="tx1">
                    <a:lumMod val="90000"/>
                    <a:lumOff val="10000"/>
                  </a:schemeClr>
                </a:solidFill>
                <a:latin typeface="Garamond" panose="02020404030301010803" pitchFamily="18" charset="0"/>
              </a:rPr>
              <a:t>It all depends on the quality of the data!</a:t>
            </a: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
        <p:nvSpPr>
          <p:cNvPr id="11" name="Oval 10">
            <a:extLst>
              <a:ext uri="{FF2B5EF4-FFF2-40B4-BE49-F238E27FC236}">
                <a16:creationId xmlns:a16="http://schemas.microsoft.com/office/drawing/2014/main" id="{0A68DFB6-6CBB-4364-A059-D2C87049825F}"/>
              </a:ext>
            </a:extLst>
          </p:cNvPr>
          <p:cNvSpPr/>
          <p:nvPr/>
        </p:nvSpPr>
        <p:spPr bwMode="auto">
          <a:xfrm>
            <a:off x="903817" y="3922391"/>
            <a:ext cx="4733585" cy="1698233"/>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US" sz="1300" b="0" i="0" u="none" strike="noStrike" cap="none" normalizeH="0" baseline="0">
              <a:ln>
                <a:noFill/>
              </a:ln>
              <a:solidFill>
                <a:schemeClr val="tx1"/>
              </a:solidFill>
              <a:effectLst/>
              <a:latin typeface="Trebuchet MS" pitchFamily="34" charset="0"/>
              <a:cs typeface="Times New Roman" pitchFamily="18" charset="0"/>
            </a:endParaRPr>
          </a:p>
        </p:txBody>
      </p:sp>
      <p:pic>
        <p:nvPicPr>
          <p:cNvPr id="2050" name="Picture 2">
            <a:extLst>
              <a:ext uri="{FF2B5EF4-FFF2-40B4-BE49-F238E27FC236}">
                <a16:creationId xmlns:a16="http://schemas.microsoft.com/office/drawing/2014/main" id="{8781542E-D5B9-416D-ABA4-B7E353393D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353" y="1490061"/>
            <a:ext cx="5933845" cy="4740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CF6D42E-CA26-4688-A86E-63F31180A415}"/>
              </a:ext>
            </a:extLst>
          </p:cNvPr>
          <p:cNvSpPr txBox="1"/>
          <p:nvPr/>
        </p:nvSpPr>
        <p:spPr>
          <a:xfrm>
            <a:off x="6940731" y="1654629"/>
            <a:ext cx="4990012"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tx1">
                    <a:lumMod val="90000"/>
                    <a:lumOff val="10000"/>
                  </a:schemeClr>
                </a:solidFill>
                <a:latin typeface="Garamond" panose="02020404030301010803" pitchFamily="18" charset="0"/>
              </a:rPr>
              <a:t>The model works best with census data aggregates</a:t>
            </a:r>
          </a:p>
          <a:p>
            <a:pPr marL="285750" indent="-285750">
              <a:buFont typeface="Arial" panose="020B0604020202020204" pitchFamily="34" charset="0"/>
              <a:buChar char="•"/>
            </a:pPr>
            <a:r>
              <a:rPr lang="en-US" sz="2400" dirty="0">
                <a:solidFill>
                  <a:schemeClr val="tx1">
                    <a:lumMod val="90000"/>
                    <a:lumOff val="10000"/>
                  </a:schemeClr>
                </a:solidFill>
                <a:latin typeface="Garamond" panose="02020404030301010803" pitchFamily="18" charset="0"/>
              </a:rPr>
              <a:t>When combining census aggregates and GIS covariates the method leans towards census aggregates</a:t>
            </a:r>
          </a:p>
          <a:p>
            <a:pPr marL="285750" indent="-285750">
              <a:buFont typeface="Arial" panose="020B0604020202020204" pitchFamily="34" charset="0"/>
              <a:buChar char="•"/>
            </a:pPr>
            <a:r>
              <a:rPr lang="en-US" sz="2400" dirty="0">
                <a:solidFill>
                  <a:schemeClr val="tx1">
                    <a:lumMod val="90000"/>
                    <a:lumOff val="10000"/>
                  </a:schemeClr>
                </a:solidFill>
                <a:latin typeface="Garamond" panose="02020404030301010803" pitchFamily="18" charset="0"/>
              </a:rPr>
              <a:t>The empirical MSE of the gradient boosting models is smaller when only using census aggregates </a:t>
            </a:r>
          </a:p>
          <a:p>
            <a:pPr marL="742950" lvl="1" indent="-285750">
              <a:buFont typeface="Arial" panose="020B0604020202020204" pitchFamily="34" charset="0"/>
              <a:buChar char="•"/>
            </a:pPr>
            <a:r>
              <a:rPr lang="en-US" sz="2400" dirty="0">
                <a:solidFill>
                  <a:schemeClr val="tx1">
                    <a:lumMod val="90000"/>
                    <a:lumOff val="10000"/>
                  </a:schemeClr>
                </a:solidFill>
                <a:latin typeface="Garamond" panose="02020404030301010803" pitchFamily="18" charset="0"/>
              </a:rPr>
              <a:t>In this scenario it suggests that census aggregates are better than GIS at explaining the variation of area level poverty</a:t>
            </a:r>
          </a:p>
        </p:txBody>
      </p:sp>
      <p:sp>
        <p:nvSpPr>
          <p:cNvPr id="3" name="Oval 2">
            <a:extLst>
              <a:ext uri="{FF2B5EF4-FFF2-40B4-BE49-F238E27FC236}">
                <a16:creationId xmlns:a16="http://schemas.microsoft.com/office/drawing/2014/main" id="{8BEE1BD6-09DF-4501-ACC5-1C9F275249A5}"/>
              </a:ext>
            </a:extLst>
          </p:cNvPr>
          <p:cNvSpPr/>
          <p:nvPr/>
        </p:nvSpPr>
        <p:spPr bwMode="auto">
          <a:xfrm>
            <a:off x="553353" y="3860260"/>
            <a:ext cx="2283520" cy="242482"/>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US"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9" name="TextBox 8">
            <a:extLst>
              <a:ext uri="{FF2B5EF4-FFF2-40B4-BE49-F238E27FC236}">
                <a16:creationId xmlns:a16="http://schemas.microsoft.com/office/drawing/2014/main" id="{5A06DB7D-9C3E-453C-AEDB-370FD7851402}"/>
              </a:ext>
            </a:extLst>
          </p:cNvPr>
          <p:cNvSpPr txBox="1"/>
          <p:nvPr/>
        </p:nvSpPr>
        <p:spPr>
          <a:xfrm>
            <a:off x="553353" y="6104567"/>
            <a:ext cx="8699383" cy="646331"/>
          </a:xfrm>
          <a:prstGeom prst="rect">
            <a:avLst/>
          </a:prstGeom>
          <a:noFill/>
        </p:spPr>
        <p:txBody>
          <a:bodyPr wrap="square" rtlCol="0">
            <a:spAutoFit/>
          </a:bodyPr>
          <a:lstStyle/>
          <a:p>
            <a:r>
              <a:rPr lang="en-US" i="1" dirty="0"/>
              <a:t>Covariates with </a:t>
            </a:r>
            <a:r>
              <a:rPr lang="en-US" i="1" dirty="0" err="1"/>
              <a:t>mun</a:t>
            </a:r>
            <a:r>
              <a:rPr lang="en-US" i="1" dirty="0"/>
              <a:t>_ prefix are derived from the census, geo_ are GIS covariates…</a:t>
            </a:r>
          </a:p>
        </p:txBody>
      </p:sp>
    </p:spTree>
    <p:extLst>
      <p:ext uri="{BB962C8B-B14F-4D97-AF65-F5344CB8AC3E}">
        <p14:creationId xmlns:p14="http://schemas.microsoft.com/office/powerpoint/2010/main" val="697804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2600" b="1" dirty="0">
                <a:solidFill>
                  <a:schemeClr val="tx1">
                    <a:lumMod val="90000"/>
                    <a:lumOff val="10000"/>
                  </a:schemeClr>
                </a:solidFill>
                <a:latin typeface="Garamond" panose="02020404030301010803" pitchFamily="18" charset="0"/>
              </a:rPr>
              <a:t>Does it matter for allocation of transfers?</a:t>
            </a:r>
          </a:p>
        </p:txBody>
      </p:sp>
      <p:sp>
        <p:nvSpPr>
          <p:cNvPr id="5" name="Slide Number Placeholder 4"/>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F6E8C5-46C5-4065-B7C6-3D8C05D849D9}" type="slidenum">
              <a:rPr kumimoji="0" lang="en-US" sz="1100" b="0" i="0" u="none" strike="noStrike" kern="1200" cap="none" spc="0" normalizeH="0" baseline="0" noProof="0" smtClean="0">
                <a:ln>
                  <a:noFill/>
                </a:ln>
                <a:solidFill>
                  <a:srgbClr val="000000">
                    <a:lumMod val="65000"/>
                    <a:lumOff val="35000"/>
                  </a:srgbClr>
                </a:solidFill>
                <a:effectLst/>
                <a:uLnTx/>
                <a:uFillTx/>
                <a:latin typeface="Arial"/>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100" b="0" i="0" u="none" strike="noStrike" kern="1200" cap="none" spc="0" normalizeH="0" baseline="0" noProof="0" dirty="0">
              <a:ln>
                <a:noFill/>
              </a:ln>
              <a:solidFill>
                <a:srgbClr val="000000">
                  <a:lumMod val="65000"/>
                  <a:lumOff val="35000"/>
                </a:srgbClr>
              </a:solidFill>
              <a:effectLst/>
              <a:uLnTx/>
              <a:uFillTx/>
              <a:latin typeface="Arial"/>
              <a:ea typeface="+mn-ea"/>
              <a:cs typeface="Times New Roman" pitchFamily="18" charset="0"/>
            </a:endParaRPr>
          </a:p>
        </p:txBody>
      </p:sp>
      <p:sp>
        <p:nvSpPr>
          <p:cNvPr id="11" name="Oval 10">
            <a:extLst>
              <a:ext uri="{FF2B5EF4-FFF2-40B4-BE49-F238E27FC236}">
                <a16:creationId xmlns:a16="http://schemas.microsoft.com/office/drawing/2014/main" id="{0A68DFB6-6CBB-4364-A059-D2C87049825F}"/>
              </a:ext>
            </a:extLst>
          </p:cNvPr>
          <p:cNvSpPr/>
          <p:nvPr/>
        </p:nvSpPr>
        <p:spPr bwMode="auto">
          <a:xfrm>
            <a:off x="903817" y="3922391"/>
            <a:ext cx="4733585" cy="1698233"/>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15888" marR="0" indent="-115888" algn="l" defTabSz="914400" rtl="0" eaLnBrk="1" fontAlgn="base" latinLnBrk="0" hangingPunct="1">
              <a:lnSpc>
                <a:spcPct val="100000"/>
              </a:lnSpc>
              <a:spcBef>
                <a:spcPct val="50000"/>
              </a:spcBef>
              <a:spcAft>
                <a:spcPct val="0"/>
              </a:spcAft>
              <a:buClrTx/>
              <a:buSzTx/>
              <a:buFontTx/>
              <a:buChar char="•"/>
              <a:tabLst/>
            </a:pPr>
            <a:endParaRPr kumimoji="0" lang="en-US" sz="1300" b="0" i="0" u="none" strike="noStrike" cap="none" normalizeH="0" baseline="0">
              <a:ln>
                <a:noFill/>
              </a:ln>
              <a:solidFill>
                <a:schemeClr val="tx1"/>
              </a:solidFill>
              <a:effectLst/>
              <a:latin typeface="Trebuchet MS" pitchFamily="34" charset="0"/>
              <a:cs typeface="Times New Roman" pitchFamily="18" charset="0"/>
            </a:endParaRPr>
          </a:p>
        </p:txBody>
      </p:sp>
      <p:sp>
        <p:nvSpPr>
          <p:cNvPr id="6" name="TextBox 5">
            <a:extLst>
              <a:ext uri="{FF2B5EF4-FFF2-40B4-BE49-F238E27FC236}">
                <a16:creationId xmlns:a16="http://schemas.microsoft.com/office/drawing/2014/main" id="{5CF6D42E-CA26-4688-A86E-63F31180A415}"/>
              </a:ext>
            </a:extLst>
          </p:cNvPr>
          <p:cNvSpPr txBox="1"/>
          <p:nvPr/>
        </p:nvSpPr>
        <p:spPr>
          <a:xfrm>
            <a:off x="6940731" y="1654629"/>
            <a:ext cx="4990012"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tx1">
                    <a:lumMod val="90000"/>
                    <a:lumOff val="10000"/>
                  </a:schemeClr>
                </a:solidFill>
                <a:latin typeface="Garamond" panose="02020404030301010803" pitchFamily="18" charset="0"/>
              </a:rPr>
              <a:t>Transfer budget is equal to the poverty gap of the population (census)</a:t>
            </a:r>
          </a:p>
          <a:p>
            <a:pPr marL="285750" indent="-285750">
              <a:buFont typeface="Arial" panose="020B0604020202020204" pitchFamily="34" charset="0"/>
              <a:buChar char="•"/>
            </a:pPr>
            <a:r>
              <a:rPr lang="en-US" sz="2400" dirty="0">
                <a:solidFill>
                  <a:schemeClr val="tx1">
                    <a:lumMod val="90000"/>
                    <a:lumOff val="10000"/>
                  </a:schemeClr>
                </a:solidFill>
                <a:latin typeface="Garamond" panose="02020404030301010803" pitchFamily="18" charset="0"/>
              </a:rPr>
              <a:t>Original poverty is 25%</a:t>
            </a:r>
          </a:p>
          <a:p>
            <a:pPr marL="742950" lvl="1" indent="-285750">
              <a:buFont typeface="Arial" panose="020B0604020202020204" pitchFamily="34" charset="0"/>
              <a:buChar char="•"/>
            </a:pPr>
            <a:r>
              <a:rPr lang="en-US" sz="2400" dirty="0">
                <a:solidFill>
                  <a:schemeClr val="tx1">
                    <a:lumMod val="90000"/>
                    <a:lumOff val="10000"/>
                  </a:schemeClr>
                </a:solidFill>
                <a:latin typeface="Garamond" panose="02020404030301010803" pitchFamily="18" charset="0"/>
              </a:rPr>
              <a:t>Using true poverty ranking we achieve poverty of 19.9% by giving all in the poorest areas the same transfer amount (budget/total number of poor)</a:t>
            </a:r>
          </a:p>
          <a:p>
            <a:pPr marL="285750" indent="-285750">
              <a:buFont typeface="Arial" panose="020B0604020202020204" pitchFamily="34" charset="0"/>
              <a:buChar char="•"/>
            </a:pPr>
            <a:r>
              <a:rPr lang="en-US" sz="2400" dirty="0">
                <a:solidFill>
                  <a:schemeClr val="tx1">
                    <a:lumMod val="90000"/>
                    <a:lumOff val="10000"/>
                  </a:schemeClr>
                </a:solidFill>
                <a:latin typeface="Garamond" panose="02020404030301010803" pitchFamily="18" charset="0"/>
              </a:rPr>
              <a:t>Some methods do a better job than others, but in the end, something is better than nothing!</a:t>
            </a:r>
          </a:p>
          <a:p>
            <a:pPr marL="285750" indent="-285750">
              <a:buFont typeface="Arial" panose="020B0604020202020204" pitchFamily="34" charset="0"/>
              <a:buChar char="•"/>
            </a:pPr>
            <a:endParaRPr lang="en-US" sz="2400" dirty="0">
              <a:solidFill>
                <a:schemeClr val="tx1">
                  <a:lumMod val="90000"/>
                  <a:lumOff val="10000"/>
                </a:schemeClr>
              </a:solidFill>
              <a:latin typeface="Garamond" panose="02020404030301010803" pitchFamily="18" charset="0"/>
            </a:endParaRPr>
          </a:p>
        </p:txBody>
      </p:sp>
      <p:pic>
        <p:nvPicPr>
          <p:cNvPr id="9" name="Picture 8">
            <a:extLst>
              <a:ext uri="{FF2B5EF4-FFF2-40B4-BE49-F238E27FC236}">
                <a16:creationId xmlns:a16="http://schemas.microsoft.com/office/drawing/2014/main" id="{A5783090-5616-4F51-B98D-3C5FA753EB50}"/>
              </a:ext>
            </a:extLst>
          </p:cNvPr>
          <p:cNvPicPr>
            <a:picLocks noChangeAspect="1"/>
          </p:cNvPicPr>
          <p:nvPr/>
        </p:nvPicPr>
        <p:blipFill>
          <a:blip r:embed="rId3"/>
          <a:stretch>
            <a:fillRect/>
          </a:stretch>
        </p:blipFill>
        <p:spPr>
          <a:xfrm>
            <a:off x="261257" y="1430064"/>
            <a:ext cx="6678468" cy="5342775"/>
          </a:xfrm>
          <a:prstGeom prst="rect">
            <a:avLst/>
          </a:prstGeom>
        </p:spPr>
      </p:pic>
    </p:spTree>
    <p:extLst>
      <p:ext uri="{BB962C8B-B14F-4D97-AF65-F5344CB8AC3E}">
        <p14:creationId xmlns:p14="http://schemas.microsoft.com/office/powerpoint/2010/main" val="2770535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20ADECE0-9338-495B-B577-11A906EC4D41}"/>
              </a:ext>
            </a:extLst>
          </p:cNvPr>
          <p:cNvSpPr txBox="1">
            <a:spLocks/>
          </p:cNvSpPr>
          <p:nvPr/>
        </p:nvSpPr>
        <p:spPr>
          <a:xfrm>
            <a:off x="1524000" y="177323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0" normalizeH="0" baseline="0" noProof="0" dirty="0">
                <a:ln>
                  <a:noFill/>
                </a:ln>
                <a:solidFill>
                  <a:schemeClr val="bg1"/>
                </a:solidFill>
                <a:effectLst/>
                <a:uLnTx/>
                <a:uFillTx/>
                <a:latin typeface="Garamond" panose="02020404030301010803" pitchFamily="18" charset="0"/>
              </a:rPr>
              <a:t>Let’s now go to R and create some poverty maps…</a:t>
            </a:r>
          </a:p>
        </p:txBody>
      </p:sp>
    </p:spTree>
    <p:extLst>
      <p:ext uri="{BB962C8B-B14F-4D97-AF65-F5344CB8AC3E}">
        <p14:creationId xmlns:p14="http://schemas.microsoft.com/office/powerpoint/2010/main" val="4267493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ull Page Interior">
  <a:themeElements>
    <a:clrScheme name="World Bank">
      <a:dk1>
        <a:srgbClr val="002345"/>
      </a:dk1>
      <a:lt1>
        <a:sysClr val="window" lastClr="FFFFFF"/>
      </a:lt1>
      <a:dk2>
        <a:srgbClr val="000000"/>
      </a:dk2>
      <a:lt2>
        <a:srgbClr val="00ADE4"/>
      </a:lt2>
      <a:accent1>
        <a:srgbClr val="000000"/>
      </a:accent1>
      <a:accent2>
        <a:srgbClr val="7F7F7F"/>
      </a:accent2>
      <a:accent3>
        <a:srgbClr val="00ADE4"/>
      </a:accent3>
      <a:accent4>
        <a:srgbClr val="021F43"/>
      </a:accent4>
      <a:accent5>
        <a:srgbClr val="006450"/>
      </a:accent5>
      <a:accent6>
        <a:srgbClr val="F78D28"/>
      </a:accent6>
      <a:hlink>
        <a:srgbClr val="00AB51"/>
      </a:hlink>
      <a:folHlink>
        <a:srgbClr val="614776"/>
      </a:folHlink>
    </a:clrScheme>
    <a:fontScheme name="World Bank Arial">
      <a:majorFont>
        <a:latin typeface="Arial Bold"/>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115888" marR="0" indent="-115888" algn="l" defTabSz="914400" rtl="0" eaLnBrk="1" fontAlgn="base" latinLnBrk="0" hangingPunct="1">
          <a:lnSpc>
            <a:spcPct val="100000"/>
          </a:lnSpc>
          <a:spcBef>
            <a:spcPct val="50000"/>
          </a:spcBef>
          <a:spcAft>
            <a:spcPct val="0"/>
          </a:spcAft>
          <a:buClrTx/>
          <a:buSzTx/>
          <a:buFontTx/>
          <a:buChar char="•"/>
          <a:tabLst/>
          <a:defRPr kumimoji="0" lang="en-US" sz="1300" b="0" i="0" u="none" strike="noStrike" cap="none" normalizeH="0" baseline="0" smtClean="0">
            <a:ln>
              <a:noFill/>
            </a:ln>
            <a:solidFill>
              <a:schemeClr val="tx1"/>
            </a:solidFill>
            <a:effectLst/>
            <a:latin typeface="Trebuchet MS" pitchFamily="34" charset="0"/>
            <a:cs typeface="Times New Roman"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115888" marR="0" indent="-115888" algn="l" defTabSz="914400" rtl="0" eaLnBrk="1" fontAlgn="base" latinLnBrk="0" hangingPunct="1">
          <a:lnSpc>
            <a:spcPct val="100000"/>
          </a:lnSpc>
          <a:spcBef>
            <a:spcPct val="50000"/>
          </a:spcBef>
          <a:spcAft>
            <a:spcPct val="0"/>
          </a:spcAft>
          <a:buClrTx/>
          <a:buSzTx/>
          <a:buFontTx/>
          <a:buChar char="•"/>
          <a:tabLst/>
          <a:defRPr kumimoji="0" lang="en-US" sz="1300" b="0" i="0" u="none" strike="noStrike" cap="none" normalizeH="0" baseline="0" smtClean="0">
            <a:ln>
              <a:noFill/>
            </a:ln>
            <a:solidFill>
              <a:schemeClr val="tx1"/>
            </a:solidFill>
            <a:effectLst/>
            <a:latin typeface="Trebuchet MS" pitchFamily="34" charset="0"/>
            <a:cs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2805</TotalTime>
  <Words>2120</Words>
  <Application>Microsoft Office PowerPoint</Application>
  <PresentationFormat>Widescreen</PresentationFormat>
  <Paragraphs>205</Paragraphs>
  <Slides>18</Slides>
  <Notes>17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18</vt:i4>
      </vt:variant>
    </vt:vector>
  </HeadingPairs>
  <TitlesOfParts>
    <vt:vector size="31" baseType="lpstr">
      <vt:lpstr>Andes ExtraLight</vt:lpstr>
      <vt:lpstr>Arial</vt:lpstr>
      <vt:lpstr>Calibri</vt:lpstr>
      <vt:lpstr>Calibri Light</vt:lpstr>
      <vt:lpstr>Cambria Math</vt:lpstr>
      <vt:lpstr>Garamond</vt:lpstr>
      <vt:lpstr>Neo Sans</vt:lpstr>
      <vt:lpstr>Symbol</vt:lpstr>
      <vt:lpstr>Trebuchet MS</vt:lpstr>
      <vt:lpstr>VladaRHSans Med</vt:lpstr>
      <vt:lpstr>Wingdings</vt:lpstr>
      <vt:lpstr>Office Theme</vt:lpstr>
      <vt:lpstr>Full Page Interior</vt:lpstr>
      <vt:lpstr>Small Area Estimation</vt:lpstr>
      <vt:lpstr>Material available at: SSA-Statistical-Team-Projects/PovMapTraineR: A package for providing poverty mapping training in R (github.com)</vt:lpstr>
      <vt:lpstr>Main references for unit-level small area estimation</vt:lpstr>
      <vt:lpstr>Introduction</vt:lpstr>
      <vt:lpstr>Criticism and the publication from Molina and Rao’s EB method led the institution to update methods</vt:lpstr>
      <vt:lpstr>The Game Plan</vt:lpstr>
      <vt:lpstr>What is Necessary in order to do a  Unit-level Poverty Map?</vt:lpstr>
      <vt:lpstr>The assumed model used for unit-level SAE</vt:lpstr>
      <vt:lpstr>Transformation is necessary to achieve an approximately normal distribution</vt:lpstr>
      <vt:lpstr>Transformation is necessary to achieve an approximately normal distribution</vt:lpstr>
      <vt:lpstr>How do EB methods improve upon ELL methods?</vt:lpstr>
      <vt:lpstr>Molina and Rao (2010) through simulations show that EB methods are considerably less noisy than ELL. While Corral, Molina and Nguyen (2020) showed that ELL and the initial EB implementation in PovMap lag Molina and Rao’s EB method in terms of MSE</vt:lpstr>
      <vt:lpstr>What about machine learning approaches? A validation with real world data...</vt:lpstr>
      <vt:lpstr>What about machine learning approaches? A validation with real world data...</vt:lpstr>
      <vt:lpstr>The bias and MSE are worse among poorer municipalities which may have considerable consequences for targeting </vt:lpstr>
      <vt:lpstr>It all depends on the quality of the data!</vt:lpstr>
      <vt:lpstr>Does it matter for allocation of transfers?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Small Area Estimation</dc:title>
  <dc:creator>Paul Andres Corral Rodas</dc:creator>
  <cp:lastModifiedBy>Ifeanyi Edochie</cp:lastModifiedBy>
  <cp:revision>26</cp:revision>
  <dcterms:created xsi:type="dcterms:W3CDTF">2022-07-04T12:10:58Z</dcterms:created>
  <dcterms:modified xsi:type="dcterms:W3CDTF">2024-10-21T17:58:59Z</dcterms:modified>
</cp:coreProperties>
</file>